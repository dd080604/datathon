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25"/>
  </p:notesMasterIdLst>
  <p:sldIdLst>
    <p:sldId id="335" r:id="rId5"/>
    <p:sldId id="351" r:id="rId6"/>
    <p:sldId id="343" r:id="rId7"/>
    <p:sldId id="346" r:id="rId8"/>
    <p:sldId id="355" r:id="rId9"/>
    <p:sldId id="356" r:id="rId10"/>
    <p:sldId id="357" r:id="rId11"/>
    <p:sldId id="358" r:id="rId12"/>
    <p:sldId id="359" r:id="rId13"/>
    <p:sldId id="360" r:id="rId14"/>
    <p:sldId id="368" r:id="rId15"/>
    <p:sldId id="372" r:id="rId16"/>
    <p:sldId id="373" r:id="rId17"/>
    <p:sldId id="374" r:id="rId18"/>
    <p:sldId id="366" r:id="rId19"/>
    <p:sldId id="361" r:id="rId20"/>
    <p:sldId id="365" r:id="rId21"/>
    <p:sldId id="369" r:id="rId22"/>
    <p:sldId id="371" r:id="rId23"/>
    <p:sldId id="3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23848-AC56-2804-0E2F-003D90BC9F60}" v="2473" dt="2025-11-16T05:07:34.680"/>
    <p1510:client id="{5424F383-C61E-4927-8781-CE8225C240DB}" v="1565" dt="2025-11-16T07:05:51.935"/>
    <p1510:client id="{5BC192EE-AA99-1F57-C76D-21B5E903FFDC}" v="895" dt="2025-11-16T05:40:50.881"/>
    <p1510:client id="{5F592FD0-3BA7-5F68-2689-40CFA9F7C719}" v="4" dt="2025-11-16T06:59:26.434"/>
    <p1510:client id="{7D1BFBEA-CFF6-7780-8656-C39388C7C0BD}" v="29" dt="2025-11-16T04:29:20.384"/>
    <p1510:client id="{804DA637-0880-BF7A-939C-5AF99394233A}" v="22" dt="2025-11-16T06:52:16.936"/>
    <p1510:client id="{E602BA4B-D874-EDFF-5C2D-46062CB65F3C}" v="5985" dt="2025-11-16T06:49:31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672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, Dylan" userId="7fd0c8f8-1afb-4c5b-ac12-4795793a4a03" providerId="ADAL" clId="{D25A53E2-1C50-44AD-8D62-9B07AC23C045}"/>
    <pc:docChg chg="undo custSel addSld delSld modSld sldOrd">
      <pc:chgData name="Day, Dylan" userId="7fd0c8f8-1afb-4c5b-ac12-4795793a4a03" providerId="ADAL" clId="{D25A53E2-1C50-44AD-8D62-9B07AC23C045}" dt="2025-11-16T07:05:51.935" v="2596" actId="1076"/>
      <pc:docMkLst>
        <pc:docMk/>
      </pc:docMkLst>
      <pc:sldChg chg="del">
        <pc:chgData name="Day, Dylan" userId="7fd0c8f8-1afb-4c5b-ac12-4795793a4a03" providerId="ADAL" clId="{D25A53E2-1C50-44AD-8D62-9B07AC23C045}" dt="2025-11-16T00:49:57.587" v="3" actId="2696"/>
        <pc:sldMkLst>
          <pc:docMk/>
          <pc:sldMk cId="3622761875" sldId="321"/>
        </pc:sldMkLst>
      </pc:sldChg>
      <pc:sldChg chg="del">
        <pc:chgData name="Day, Dylan" userId="7fd0c8f8-1afb-4c5b-ac12-4795793a4a03" providerId="ADAL" clId="{D25A53E2-1C50-44AD-8D62-9B07AC23C045}" dt="2025-11-16T00:50:25.986" v="10" actId="2696"/>
        <pc:sldMkLst>
          <pc:docMk/>
          <pc:sldMk cId="3285891305" sldId="342"/>
        </pc:sldMkLst>
      </pc:sldChg>
      <pc:sldChg chg="modSp mod">
        <pc:chgData name="Day, Dylan" userId="7fd0c8f8-1afb-4c5b-ac12-4795793a4a03" providerId="ADAL" clId="{D25A53E2-1C50-44AD-8D62-9B07AC23C045}" dt="2025-11-16T02:28:46.392" v="952" actId="1076"/>
        <pc:sldMkLst>
          <pc:docMk/>
          <pc:sldMk cId="4017832845" sldId="343"/>
        </pc:sldMkLst>
        <pc:picChg chg="mod">
          <ac:chgData name="Day, Dylan" userId="7fd0c8f8-1afb-4c5b-ac12-4795793a4a03" providerId="ADAL" clId="{D25A53E2-1C50-44AD-8D62-9B07AC23C045}" dt="2025-11-16T02:28:46.392" v="952" actId="1076"/>
          <ac:picMkLst>
            <pc:docMk/>
            <pc:sldMk cId="4017832845" sldId="343"/>
            <ac:picMk id="14" creationId="{3E96CB1B-6454-2C6A-2E58-83DCBC4CE40A}"/>
          </ac:picMkLst>
        </pc:picChg>
      </pc:sldChg>
      <pc:sldChg chg="del">
        <pc:chgData name="Day, Dylan" userId="7fd0c8f8-1afb-4c5b-ac12-4795793a4a03" providerId="ADAL" clId="{D25A53E2-1C50-44AD-8D62-9B07AC23C045}" dt="2025-11-16T00:50:00.798" v="4" actId="2696"/>
        <pc:sldMkLst>
          <pc:docMk/>
          <pc:sldMk cId="3398884788" sldId="344"/>
        </pc:sldMkLst>
      </pc:sldChg>
      <pc:sldChg chg="del">
        <pc:chgData name="Day, Dylan" userId="7fd0c8f8-1afb-4c5b-ac12-4795793a4a03" providerId="ADAL" clId="{D25A53E2-1C50-44AD-8D62-9B07AC23C045}" dt="2025-11-16T00:49:54.821" v="2" actId="2696"/>
        <pc:sldMkLst>
          <pc:docMk/>
          <pc:sldMk cId="2351439976" sldId="347"/>
        </pc:sldMkLst>
      </pc:sldChg>
      <pc:sldChg chg="del">
        <pc:chgData name="Day, Dylan" userId="7fd0c8f8-1afb-4c5b-ac12-4795793a4a03" providerId="ADAL" clId="{D25A53E2-1C50-44AD-8D62-9B07AC23C045}" dt="2025-11-16T00:50:04.173" v="5" actId="2696"/>
        <pc:sldMkLst>
          <pc:docMk/>
          <pc:sldMk cId="2381825828" sldId="348"/>
        </pc:sldMkLst>
      </pc:sldChg>
      <pc:sldChg chg="del">
        <pc:chgData name="Day, Dylan" userId="7fd0c8f8-1afb-4c5b-ac12-4795793a4a03" providerId="ADAL" clId="{D25A53E2-1C50-44AD-8D62-9B07AC23C045}" dt="2025-11-16T00:50:20.484" v="9" actId="2696"/>
        <pc:sldMkLst>
          <pc:docMk/>
          <pc:sldMk cId="1743235640" sldId="350"/>
        </pc:sldMkLst>
      </pc:sldChg>
      <pc:sldChg chg="modSp mod">
        <pc:chgData name="Day, Dylan" userId="7fd0c8f8-1afb-4c5b-ac12-4795793a4a03" providerId="ADAL" clId="{D25A53E2-1C50-44AD-8D62-9B07AC23C045}" dt="2025-11-16T06:29:24.332" v="2513" actId="20577"/>
        <pc:sldMkLst>
          <pc:docMk/>
          <pc:sldMk cId="738577510" sldId="351"/>
        </pc:sldMkLst>
        <pc:spChg chg="mod">
          <ac:chgData name="Day, Dylan" userId="7fd0c8f8-1afb-4c5b-ac12-4795793a4a03" providerId="ADAL" clId="{D25A53E2-1C50-44AD-8D62-9B07AC23C045}" dt="2025-11-16T06:29:24.332" v="2513" actId="20577"/>
          <ac:spMkLst>
            <pc:docMk/>
            <pc:sldMk cId="738577510" sldId="351"/>
            <ac:spMk id="2" creationId="{E209607A-1079-0440-B136-F827E83999C2}"/>
          </ac:spMkLst>
        </pc:spChg>
      </pc:sldChg>
      <pc:sldChg chg="del">
        <pc:chgData name="Day, Dylan" userId="7fd0c8f8-1afb-4c5b-ac12-4795793a4a03" providerId="ADAL" clId="{D25A53E2-1C50-44AD-8D62-9B07AC23C045}" dt="2025-11-16T00:50:08.124" v="6" actId="2696"/>
        <pc:sldMkLst>
          <pc:docMk/>
          <pc:sldMk cId="244918457" sldId="352"/>
        </pc:sldMkLst>
      </pc:sldChg>
      <pc:sldChg chg="del">
        <pc:chgData name="Day, Dylan" userId="7fd0c8f8-1afb-4c5b-ac12-4795793a4a03" providerId="ADAL" clId="{D25A53E2-1C50-44AD-8D62-9B07AC23C045}" dt="2025-11-16T00:50:11.235" v="7" actId="2696"/>
        <pc:sldMkLst>
          <pc:docMk/>
          <pc:sldMk cId="3466443543" sldId="353"/>
        </pc:sldMkLst>
      </pc:sldChg>
      <pc:sldChg chg="del">
        <pc:chgData name="Day, Dylan" userId="7fd0c8f8-1afb-4c5b-ac12-4795793a4a03" providerId="ADAL" clId="{D25A53E2-1C50-44AD-8D62-9B07AC23C045}" dt="2025-11-16T00:50:16.030" v="8" actId="2696"/>
        <pc:sldMkLst>
          <pc:docMk/>
          <pc:sldMk cId="1696792912" sldId="354"/>
        </pc:sldMkLst>
      </pc:sldChg>
      <pc:sldChg chg="addSp delSp modSp mod setBg">
        <pc:chgData name="Day, Dylan" userId="7fd0c8f8-1afb-4c5b-ac12-4795793a4a03" providerId="ADAL" clId="{D25A53E2-1C50-44AD-8D62-9B07AC23C045}" dt="2025-11-16T01:15:53.726" v="237" actId="1076"/>
        <pc:sldMkLst>
          <pc:docMk/>
          <pc:sldMk cId="3227687990" sldId="355"/>
        </pc:sldMkLst>
        <pc:spChg chg="mod">
          <ac:chgData name="Day, Dylan" userId="7fd0c8f8-1afb-4c5b-ac12-4795793a4a03" providerId="ADAL" clId="{D25A53E2-1C50-44AD-8D62-9B07AC23C045}" dt="2025-11-16T01:10:25.247" v="38"/>
          <ac:spMkLst>
            <pc:docMk/>
            <pc:sldMk cId="3227687990" sldId="355"/>
            <ac:spMk id="3" creationId="{82E6F62B-E8BA-994D-F053-EAFBFE915686}"/>
          </ac:spMkLst>
        </pc:spChg>
        <pc:spChg chg="del">
          <ac:chgData name="Day, Dylan" userId="7fd0c8f8-1afb-4c5b-ac12-4795793a4a03" providerId="ADAL" clId="{D25A53E2-1C50-44AD-8D62-9B07AC23C045}" dt="2025-11-16T00:49:38.520" v="1"/>
          <ac:spMkLst>
            <pc:docMk/>
            <pc:sldMk cId="3227687990" sldId="355"/>
            <ac:spMk id="4" creationId="{111EB8D9-001B-07BF-381C-51007A1E23B7}"/>
          </ac:spMkLst>
        </pc:spChg>
        <pc:spChg chg="add del mod">
          <ac:chgData name="Day, Dylan" userId="7fd0c8f8-1afb-4c5b-ac12-4795793a4a03" providerId="ADAL" clId="{D25A53E2-1C50-44AD-8D62-9B07AC23C045}" dt="2025-11-16T01:10:10.787" v="32" actId="21"/>
          <ac:spMkLst>
            <pc:docMk/>
            <pc:sldMk cId="3227687990" sldId="355"/>
            <ac:spMk id="6" creationId="{DF18C7E7-4226-F2F9-45FE-A5D69224CDD9}"/>
          </ac:spMkLst>
        </pc:spChg>
        <pc:spChg chg="add">
          <ac:chgData name="Day, Dylan" userId="7fd0c8f8-1afb-4c5b-ac12-4795793a4a03" providerId="ADAL" clId="{D25A53E2-1C50-44AD-8D62-9B07AC23C045}" dt="2025-11-16T01:09:23.602" v="25"/>
          <ac:spMkLst>
            <pc:docMk/>
            <pc:sldMk cId="3227687990" sldId="355"/>
            <ac:spMk id="7" creationId="{AE9917D9-D5EE-C947-4C79-D1FA4579EC23}"/>
          </ac:spMkLst>
        </pc:spChg>
        <pc:spChg chg="add del mod">
          <ac:chgData name="Day, Dylan" userId="7fd0c8f8-1afb-4c5b-ac12-4795793a4a03" providerId="ADAL" clId="{D25A53E2-1C50-44AD-8D62-9B07AC23C045}" dt="2025-11-16T01:15:53.726" v="237" actId="1076"/>
          <ac:spMkLst>
            <pc:docMk/>
            <pc:sldMk cId="3227687990" sldId="355"/>
            <ac:spMk id="8" creationId="{80830B4B-F576-6FA8-AD49-1E7FAADAC00A}"/>
          </ac:spMkLst>
        </pc:spChg>
      </pc:sldChg>
      <pc:sldChg chg="addSp delSp modSp new mod">
        <pc:chgData name="Day, Dylan" userId="7fd0c8f8-1afb-4c5b-ac12-4795793a4a03" providerId="ADAL" clId="{D25A53E2-1C50-44AD-8D62-9B07AC23C045}" dt="2025-11-16T01:30:41.917" v="284" actId="1076"/>
        <pc:sldMkLst>
          <pc:docMk/>
          <pc:sldMk cId="739618806" sldId="356"/>
        </pc:sldMkLst>
        <pc:spChg chg="del">
          <ac:chgData name="Day, Dylan" userId="7fd0c8f8-1afb-4c5b-ac12-4795793a4a03" providerId="ADAL" clId="{D25A53E2-1C50-44AD-8D62-9B07AC23C045}" dt="2025-11-16T01:23:53.647" v="243" actId="21"/>
          <ac:spMkLst>
            <pc:docMk/>
            <pc:sldMk cId="739618806" sldId="356"/>
            <ac:spMk id="2" creationId="{BC2241BA-B0A7-8B7A-6029-1A5EAF6E647E}"/>
          </ac:spMkLst>
        </pc:spChg>
        <pc:spChg chg="mod">
          <ac:chgData name="Day, Dylan" userId="7fd0c8f8-1afb-4c5b-ac12-4795793a4a03" providerId="ADAL" clId="{D25A53E2-1C50-44AD-8D62-9B07AC23C045}" dt="2025-11-16T01:24:22.256" v="263" actId="20577"/>
          <ac:spMkLst>
            <pc:docMk/>
            <pc:sldMk cId="739618806" sldId="356"/>
            <ac:spMk id="3" creationId="{5E57A451-E092-F7F9-B1C7-C14C791D533C}"/>
          </ac:spMkLst>
        </pc:spChg>
        <pc:grpChg chg="add mod">
          <ac:chgData name="Day, Dylan" userId="7fd0c8f8-1afb-4c5b-ac12-4795793a4a03" providerId="ADAL" clId="{D25A53E2-1C50-44AD-8D62-9B07AC23C045}" dt="2025-11-16T01:30:41.917" v="284" actId="1076"/>
          <ac:grpSpMkLst>
            <pc:docMk/>
            <pc:sldMk cId="739618806" sldId="356"/>
            <ac:grpSpMk id="8" creationId="{9E838F30-37CF-B1E4-565A-458B0BAB86B2}"/>
          </ac:grpSpMkLst>
        </pc:grpChg>
        <pc:picChg chg="add mod">
          <ac:chgData name="Day, Dylan" userId="7fd0c8f8-1afb-4c5b-ac12-4795793a4a03" providerId="ADAL" clId="{D25A53E2-1C50-44AD-8D62-9B07AC23C045}" dt="2025-11-16T01:30:17.655" v="281" actId="164"/>
          <ac:picMkLst>
            <pc:docMk/>
            <pc:sldMk cId="739618806" sldId="356"/>
            <ac:picMk id="5" creationId="{748C246A-404B-518C-34F6-1B4B8B332019}"/>
          </ac:picMkLst>
        </pc:picChg>
        <pc:picChg chg="add mod">
          <ac:chgData name="Day, Dylan" userId="7fd0c8f8-1afb-4c5b-ac12-4795793a4a03" providerId="ADAL" clId="{D25A53E2-1C50-44AD-8D62-9B07AC23C045}" dt="2025-11-16T01:30:17.655" v="281" actId="164"/>
          <ac:picMkLst>
            <pc:docMk/>
            <pc:sldMk cId="739618806" sldId="356"/>
            <ac:picMk id="7" creationId="{C8BCF097-C8DA-A228-3DD2-2B394A1097F6}"/>
          </ac:picMkLst>
        </pc:picChg>
      </pc:sldChg>
      <pc:sldChg chg="modSp new del mod">
        <pc:chgData name="Day, Dylan" userId="7fd0c8f8-1afb-4c5b-ac12-4795793a4a03" providerId="ADAL" clId="{D25A53E2-1C50-44AD-8D62-9B07AC23C045}" dt="2025-11-16T01:23:45.231" v="241" actId="680"/>
        <pc:sldMkLst>
          <pc:docMk/>
          <pc:sldMk cId="3800840465" sldId="356"/>
        </pc:sldMkLst>
        <pc:spChg chg="mod">
          <ac:chgData name="Day, Dylan" userId="7fd0c8f8-1afb-4c5b-ac12-4795793a4a03" providerId="ADAL" clId="{D25A53E2-1C50-44AD-8D62-9B07AC23C045}" dt="2025-11-16T01:23:44.035" v="240" actId="1076"/>
          <ac:spMkLst>
            <pc:docMk/>
            <pc:sldMk cId="3800840465" sldId="356"/>
            <ac:spMk id="2" creationId="{824938DC-E075-FA41-95B4-CE24673AF14B}"/>
          </ac:spMkLst>
        </pc:spChg>
      </pc:sldChg>
      <pc:sldChg chg="addSp delSp modSp add mod">
        <pc:chgData name="Day, Dylan" userId="7fd0c8f8-1afb-4c5b-ac12-4795793a4a03" providerId="ADAL" clId="{D25A53E2-1C50-44AD-8D62-9B07AC23C045}" dt="2025-11-16T01:33:26.319" v="299" actId="1076"/>
        <pc:sldMkLst>
          <pc:docMk/>
          <pc:sldMk cId="3901320172" sldId="357"/>
        </pc:sldMkLst>
        <pc:grpChg chg="del">
          <ac:chgData name="Day, Dylan" userId="7fd0c8f8-1afb-4c5b-ac12-4795793a4a03" providerId="ADAL" clId="{D25A53E2-1C50-44AD-8D62-9B07AC23C045}" dt="2025-11-16T01:31:07.039" v="286" actId="478"/>
          <ac:grpSpMkLst>
            <pc:docMk/>
            <pc:sldMk cId="3901320172" sldId="357"/>
            <ac:grpSpMk id="8" creationId="{20487EDB-0538-A169-AA27-C36EA39ABB58}"/>
          </ac:grpSpMkLst>
        </pc:grpChg>
        <pc:grpChg chg="add mod">
          <ac:chgData name="Day, Dylan" userId="7fd0c8f8-1afb-4c5b-ac12-4795793a4a03" providerId="ADAL" clId="{D25A53E2-1C50-44AD-8D62-9B07AC23C045}" dt="2025-11-16T01:33:26.319" v="299" actId="1076"/>
          <ac:grpSpMkLst>
            <pc:docMk/>
            <pc:sldMk cId="3901320172" sldId="357"/>
            <ac:grpSpMk id="10" creationId="{2F1E2E21-2943-453C-A21D-228BE32D90A9}"/>
          </ac:grpSpMkLst>
        </pc:grpChg>
        <pc:picChg chg="add mod">
          <ac:chgData name="Day, Dylan" userId="7fd0c8f8-1afb-4c5b-ac12-4795793a4a03" providerId="ADAL" clId="{D25A53E2-1C50-44AD-8D62-9B07AC23C045}" dt="2025-11-16T01:32:53.513" v="295" actId="164"/>
          <ac:picMkLst>
            <pc:docMk/>
            <pc:sldMk cId="3901320172" sldId="357"/>
            <ac:picMk id="4" creationId="{4B96837A-6DB0-D9C1-F0DD-39ADC269302B}"/>
          </ac:picMkLst>
        </pc:picChg>
        <pc:picChg chg="add mod">
          <ac:chgData name="Day, Dylan" userId="7fd0c8f8-1afb-4c5b-ac12-4795793a4a03" providerId="ADAL" clId="{D25A53E2-1C50-44AD-8D62-9B07AC23C045}" dt="2025-11-16T01:32:53.513" v="295" actId="164"/>
          <ac:picMkLst>
            <pc:docMk/>
            <pc:sldMk cId="3901320172" sldId="357"/>
            <ac:picMk id="9" creationId="{79C423D2-EBFF-F06D-CDC2-042DCDA77D76}"/>
          </ac:picMkLst>
        </pc:picChg>
      </pc:sldChg>
      <pc:sldChg chg="addSp delSp modSp add mod">
        <pc:chgData name="Day, Dylan" userId="7fd0c8f8-1afb-4c5b-ac12-4795793a4a03" providerId="ADAL" clId="{D25A53E2-1C50-44AD-8D62-9B07AC23C045}" dt="2025-11-16T02:20:28.560" v="896" actId="1076"/>
        <pc:sldMkLst>
          <pc:docMk/>
          <pc:sldMk cId="2343434910" sldId="358"/>
        </pc:sldMkLst>
        <pc:spChg chg="add mod">
          <ac:chgData name="Day, Dylan" userId="7fd0c8f8-1afb-4c5b-ac12-4795793a4a03" providerId="ADAL" clId="{D25A53E2-1C50-44AD-8D62-9B07AC23C045}" dt="2025-11-16T02:20:13.943" v="894" actId="1076"/>
          <ac:spMkLst>
            <pc:docMk/>
            <pc:sldMk cId="2343434910" sldId="358"/>
            <ac:spMk id="2" creationId="{D30CA162-A1A0-1E47-C876-136DAF997ED1}"/>
          </ac:spMkLst>
        </pc:spChg>
        <pc:spChg chg="mod">
          <ac:chgData name="Day, Dylan" userId="7fd0c8f8-1afb-4c5b-ac12-4795793a4a03" providerId="ADAL" clId="{D25A53E2-1C50-44AD-8D62-9B07AC23C045}" dt="2025-11-16T01:34:16.942" v="323" actId="14100"/>
          <ac:spMkLst>
            <pc:docMk/>
            <pc:sldMk cId="2343434910" sldId="358"/>
            <ac:spMk id="3" creationId="{7279CFEF-A61E-D35E-4163-CF856806CFE7}"/>
          </ac:spMkLst>
        </pc:spChg>
        <pc:spChg chg="add del mod">
          <ac:chgData name="Day, Dylan" userId="7fd0c8f8-1afb-4c5b-ac12-4795793a4a03" providerId="ADAL" clId="{D25A53E2-1C50-44AD-8D62-9B07AC23C045}" dt="2025-11-16T01:50:22.643" v="558"/>
          <ac:spMkLst>
            <pc:docMk/>
            <pc:sldMk cId="2343434910" sldId="358"/>
            <ac:spMk id="5" creationId="{D0630C17-454D-DBA0-45C2-800CE6D3D2D4}"/>
          </ac:spMkLst>
        </pc:spChg>
        <pc:spChg chg="add del mod">
          <ac:chgData name="Day, Dylan" userId="7fd0c8f8-1afb-4c5b-ac12-4795793a4a03" providerId="ADAL" clId="{D25A53E2-1C50-44AD-8D62-9B07AC23C045}" dt="2025-11-16T01:53:38.113" v="568" actId="478"/>
          <ac:spMkLst>
            <pc:docMk/>
            <pc:sldMk cId="2343434910" sldId="358"/>
            <ac:spMk id="7" creationId="{2E146894-FA84-0783-26F4-8BAE21882380}"/>
          </ac:spMkLst>
        </pc:spChg>
        <pc:spChg chg="add mod">
          <ac:chgData name="Day, Dylan" userId="7fd0c8f8-1afb-4c5b-ac12-4795793a4a03" providerId="ADAL" clId="{D25A53E2-1C50-44AD-8D62-9B07AC23C045}" dt="2025-11-16T02:19:20.037" v="886"/>
          <ac:spMkLst>
            <pc:docMk/>
            <pc:sldMk cId="2343434910" sldId="358"/>
            <ac:spMk id="13" creationId="{71C41D1C-3B86-0B07-A2B4-074CD46734DD}"/>
          </ac:spMkLst>
        </pc:spChg>
        <pc:spChg chg="add mod">
          <ac:chgData name="Day, Dylan" userId="7fd0c8f8-1afb-4c5b-ac12-4795793a4a03" providerId="ADAL" clId="{D25A53E2-1C50-44AD-8D62-9B07AC23C045}" dt="2025-11-16T02:19:20.037" v="886"/>
          <ac:spMkLst>
            <pc:docMk/>
            <pc:sldMk cId="2343434910" sldId="358"/>
            <ac:spMk id="14" creationId="{23A27B3E-1E9B-F7AC-5C91-726D493F6876}"/>
          </ac:spMkLst>
        </pc:spChg>
        <pc:grpChg chg="del">
          <ac:chgData name="Day, Dylan" userId="7fd0c8f8-1afb-4c5b-ac12-4795793a4a03" providerId="ADAL" clId="{D25A53E2-1C50-44AD-8D62-9B07AC23C045}" dt="2025-11-16T01:34:20.726" v="324" actId="478"/>
          <ac:grpSpMkLst>
            <pc:docMk/>
            <pc:sldMk cId="2343434910" sldId="358"/>
            <ac:grpSpMk id="10" creationId="{23723B74-8930-3746-27C5-71CC174F25B3}"/>
          </ac:grpSpMkLst>
        </pc:grpChg>
        <pc:grpChg chg="add del mod">
          <ac:chgData name="Day, Dylan" userId="7fd0c8f8-1afb-4c5b-ac12-4795793a4a03" providerId="ADAL" clId="{D25A53E2-1C50-44AD-8D62-9B07AC23C045}" dt="2025-11-16T02:19:22.191" v="887" actId="478"/>
          <ac:grpSpMkLst>
            <pc:docMk/>
            <pc:sldMk cId="2343434910" sldId="358"/>
            <ac:grpSpMk id="12" creationId="{0A5336BD-7D57-C718-F864-5B4457DACB46}"/>
          </ac:grpSpMkLst>
        </pc:grpChg>
        <pc:graphicFrameChg chg="add del modGraphic">
          <ac:chgData name="Day, Dylan" userId="7fd0c8f8-1afb-4c5b-ac12-4795793a4a03" providerId="ADAL" clId="{D25A53E2-1C50-44AD-8D62-9B07AC23C045}" dt="2025-11-16T01:52:38.197" v="560" actId="478"/>
          <ac:graphicFrameMkLst>
            <pc:docMk/>
            <pc:sldMk cId="2343434910" sldId="358"/>
            <ac:graphicFrameMk id="6" creationId="{E2E0B95D-D891-9D33-E74E-906056F0A6D0}"/>
          </ac:graphicFrameMkLst>
        </pc:graphicFrameChg>
        <pc:graphicFrameChg chg="add del modGraphic">
          <ac:chgData name="Day, Dylan" userId="7fd0c8f8-1afb-4c5b-ac12-4795793a4a03" providerId="ADAL" clId="{D25A53E2-1C50-44AD-8D62-9B07AC23C045}" dt="2025-11-16T01:53:14.928" v="564" actId="478"/>
          <ac:graphicFrameMkLst>
            <pc:docMk/>
            <pc:sldMk cId="2343434910" sldId="358"/>
            <ac:graphicFrameMk id="8" creationId="{F16C6206-B111-C756-F5E2-C7D8C6DB4CBF}"/>
          </ac:graphicFrameMkLst>
        </pc:graphicFrameChg>
        <pc:graphicFrameChg chg="add del mod">
          <ac:chgData name="Day, Dylan" userId="7fd0c8f8-1afb-4c5b-ac12-4795793a4a03" providerId="ADAL" clId="{D25A53E2-1C50-44AD-8D62-9B07AC23C045}" dt="2025-11-16T02:06:59.702" v="716" actId="478"/>
          <ac:graphicFrameMkLst>
            <pc:docMk/>
            <pc:sldMk cId="2343434910" sldId="358"/>
            <ac:graphicFrameMk id="11" creationId="{F7950F13-BB64-C5F1-046E-1090AD7D173E}"/>
          </ac:graphicFrameMkLst>
        </pc:graphicFrameChg>
        <pc:graphicFrameChg chg="add mod">
          <ac:chgData name="Day, Dylan" userId="7fd0c8f8-1afb-4c5b-ac12-4795793a4a03" providerId="ADAL" clId="{D25A53E2-1C50-44AD-8D62-9B07AC23C045}" dt="2025-11-16T02:20:28.560" v="896" actId="1076"/>
          <ac:graphicFrameMkLst>
            <pc:docMk/>
            <pc:sldMk cId="2343434910" sldId="358"/>
            <ac:graphicFrameMk id="15" creationId="{FD194BEE-E4FB-C9C0-B6D1-F6B6166CB5A4}"/>
          </ac:graphicFrameMkLst>
        </pc:graphicFrameChg>
      </pc:sldChg>
      <pc:sldChg chg="addSp delSp modSp add mod">
        <pc:chgData name="Day, Dylan" userId="7fd0c8f8-1afb-4c5b-ac12-4795793a4a03" providerId="ADAL" clId="{D25A53E2-1C50-44AD-8D62-9B07AC23C045}" dt="2025-11-16T02:51:28.379" v="1032" actId="1076"/>
        <pc:sldMkLst>
          <pc:docMk/>
          <pc:sldMk cId="2218923986" sldId="359"/>
        </pc:sldMkLst>
        <pc:spChg chg="mod">
          <ac:chgData name="Day, Dylan" userId="7fd0c8f8-1afb-4c5b-ac12-4795793a4a03" providerId="ADAL" clId="{D25A53E2-1C50-44AD-8D62-9B07AC23C045}" dt="2025-11-16T02:51:12.759" v="1030" actId="20577"/>
          <ac:spMkLst>
            <pc:docMk/>
            <pc:sldMk cId="2218923986" sldId="359"/>
            <ac:spMk id="2" creationId="{48E4194B-240B-07E3-CEE7-5FD4A335343E}"/>
          </ac:spMkLst>
        </pc:spChg>
        <pc:graphicFrameChg chg="add del mod">
          <ac:chgData name="Day, Dylan" userId="7fd0c8f8-1afb-4c5b-ac12-4795793a4a03" providerId="ADAL" clId="{D25A53E2-1C50-44AD-8D62-9B07AC23C045}" dt="2025-11-16T02:45:24.844" v="954" actId="478"/>
          <ac:graphicFrameMkLst>
            <pc:docMk/>
            <pc:sldMk cId="2218923986" sldId="359"/>
            <ac:graphicFrameMk id="4" creationId="{E022E35D-3C84-CA65-E455-1878A2731E14}"/>
          </ac:graphicFrameMkLst>
        </pc:graphicFrameChg>
        <pc:graphicFrameChg chg="add mod modGraphic">
          <ac:chgData name="Day, Dylan" userId="7fd0c8f8-1afb-4c5b-ac12-4795793a4a03" providerId="ADAL" clId="{D25A53E2-1C50-44AD-8D62-9B07AC23C045}" dt="2025-11-16T02:51:28.379" v="1032" actId="1076"/>
          <ac:graphicFrameMkLst>
            <pc:docMk/>
            <pc:sldMk cId="2218923986" sldId="359"/>
            <ac:graphicFrameMk id="5" creationId="{A1339B1A-4395-0A0F-7DAE-156CBD0CEEE0}"/>
          </ac:graphicFrameMkLst>
        </pc:graphicFrameChg>
        <pc:graphicFrameChg chg="del mod">
          <ac:chgData name="Day, Dylan" userId="7fd0c8f8-1afb-4c5b-ac12-4795793a4a03" providerId="ADAL" clId="{D25A53E2-1C50-44AD-8D62-9B07AC23C045}" dt="2025-11-16T02:21:09.528" v="900" actId="21"/>
          <ac:graphicFrameMkLst>
            <pc:docMk/>
            <pc:sldMk cId="2218923986" sldId="359"/>
            <ac:graphicFrameMk id="15" creationId="{7D5131AB-8BCD-D66E-EDB8-65AB02707726}"/>
          </ac:graphicFrameMkLst>
        </pc:graphicFrameChg>
      </pc:sldChg>
      <pc:sldChg chg="addSp delSp modSp add del mod">
        <pc:chgData name="Day, Dylan" userId="7fd0c8f8-1afb-4c5b-ac12-4795793a4a03" providerId="ADAL" clId="{D25A53E2-1C50-44AD-8D62-9B07AC23C045}" dt="2025-11-16T02:20:48.772" v="897" actId="2696"/>
        <pc:sldMkLst>
          <pc:docMk/>
          <pc:sldMk cId="3783088406" sldId="359"/>
        </pc:sldMkLst>
        <pc:spChg chg="del">
          <ac:chgData name="Day, Dylan" userId="7fd0c8f8-1afb-4c5b-ac12-4795793a4a03" providerId="ADAL" clId="{D25A53E2-1C50-44AD-8D62-9B07AC23C045}" dt="2025-11-16T01:53:44.385" v="569" actId="478"/>
          <ac:spMkLst>
            <pc:docMk/>
            <pc:sldMk cId="3783088406" sldId="359"/>
            <ac:spMk id="2" creationId="{34345727-E807-0AD3-D81A-26EA49B0A294}"/>
          </ac:spMkLst>
        </pc:spChg>
        <pc:spChg chg="del mod">
          <ac:chgData name="Day, Dylan" userId="7fd0c8f8-1afb-4c5b-ac12-4795793a4a03" providerId="ADAL" clId="{D25A53E2-1C50-44AD-8D62-9B07AC23C045}" dt="2025-11-16T02:03:15.202" v="596" actId="12084"/>
          <ac:spMkLst>
            <pc:docMk/>
            <pc:sldMk cId="3783088406" sldId="359"/>
            <ac:spMk id="7" creationId="{E3ABDFD7-2291-9AC5-3A9B-91799C2AE875}"/>
          </ac:spMkLst>
        </pc:spChg>
        <pc:spChg chg="add del mod topLvl">
          <ac:chgData name="Day, Dylan" userId="7fd0c8f8-1afb-4c5b-ac12-4795793a4a03" providerId="ADAL" clId="{D25A53E2-1C50-44AD-8D62-9B07AC23C045}" dt="2025-11-16T02:11:12.072" v="795" actId="478"/>
          <ac:spMkLst>
            <pc:docMk/>
            <pc:sldMk cId="3783088406" sldId="359"/>
            <ac:spMk id="9" creationId="{A50E7417-F245-ED65-4236-E40CA258C3FF}"/>
          </ac:spMkLst>
        </pc:spChg>
        <pc:grpChg chg="add del mod">
          <ac:chgData name="Day, Dylan" userId="7fd0c8f8-1afb-4c5b-ac12-4795793a4a03" providerId="ADAL" clId="{D25A53E2-1C50-44AD-8D62-9B07AC23C045}" dt="2025-11-16T02:11:12.072" v="795" actId="478"/>
          <ac:grpSpMkLst>
            <pc:docMk/>
            <pc:sldMk cId="3783088406" sldId="359"/>
            <ac:grpSpMk id="10" creationId="{1E0104D4-50D1-594A-F25B-C8409719C9D9}"/>
          </ac:grpSpMkLst>
        </pc:grpChg>
        <pc:graphicFrameChg chg="add del modGraphic">
          <ac:chgData name="Day, Dylan" userId="7fd0c8f8-1afb-4c5b-ac12-4795793a4a03" providerId="ADAL" clId="{D25A53E2-1C50-44AD-8D62-9B07AC23C045}" dt="2025-11-16T01:55:19.052" v="591" actId="478"/>
          <ac:graphicFrameMkLst>
            <pc:docMk/>
            <pc:sldMk cId="3783088406" sldId="359"/>
            <ac:graphicFrameMk id="4" creationId="{03A78959-6AED-5A7E-8BAF-E0E124684617}"/>
          </ac:graphicFrameMkLst>
        </pc:graphicFrameChg>
        <pc:graphicFrameChg chg="add del modGraphic">
          <ac:chgData name="Day, Dylan" userId="7fd0c8f8-1afb-4c5b-ac12-4795793a4a03" providerId="ADAL" clId="{D25A53E2-1C50-44AD-8D62-9B07AC23C045}" dt="2025-11-16T02:00:06.282" v="593" actId="478"/>
          <ac:graphicFrameMkLst>
            <pc:docMk/>
            <pc:sldMk cId="3783088406" sldId="359"/>
            <ac:graphicFrameMk id="5" creationId="{E96A29E6-931C-E317-0DF5-CAA8F60E16CB}"/>
          </ac:graphicFrameMkLst>
        </pc:graphicFrameChg>
        <pc:graphicFrameChg chg="add del modGraphic">
          <ac:chgData name="Day, Dylan" userId="7fd0c8f8-1afb-4c5b-ac12-4795793a4a03" providerId="ADAL" clId="{D25A53E2-1C50-44AD-8D62-9B07AC23C045}" dt="2025-11-16T02:00:24.120" v="595" actId="478"/>
          <ac:graphicFrameMkLst>
            <pc:docMk/>
            <pc:sldMk cId="3783088406" sldId="359"/>
            <ac:graphicFrameMk id="6" creationId="{1633C24E-89EA-D37D-E1F2-1165B36732D6}"/>
          </ac:graphicFrameMkLst>
        </pc:graphicFrameChg>
        <pc:graphicFrameChg chg="add mod topLvl modGraphic">
          <ac:chgData name="Day, Dylan" userId="7fd0c8f8-1afb-4c5b-ac12-4795793a4a03" providerId="ADAL" clId="{D25A53E2-1C50-44AD-8D62-9B07AC23C045}" dt="2025-11-16T02:14:49.186" v="884" actId="20577"/>
          <ac:graphicFrameMkLst>
            <pc:docMk/>
            <pc:sldMk cId="3783088406" sldId="359"/>
            <ac:graphicFrameMk id="8" creationId="{A64811E0-6DD3-F19F-A035-E64E1D7BAC83}"/>
          </ac:graphicFrameMkLst>
        </pc:graphicFrameChg>
      </pc:sldChg>
      <pc:sldChg chg="addSp delSp modSp add mod">
        <pc:chgData name="Day, Dylan" userId="7fd0c8f8-1afb-4c5b-ac12-4795793a4a03" providerId="ADAL" clId="{D25A53E2-1C50-44AD-8D62-9B07AC23C045}" dt="2025-11-16T04:48:28.361" v="1471" actId="1076"/>
        <pc:sldMkLst>
          <pc:docMk/>
          <pc:sldMk cId="1167338789" sldId="360"/>
        </pc:sldMkLst>
        <pc:spChg chg="del">
          <ac:chgData name="Day, Dylan" userId="7fd0c8f8-1afb-4c5b-ac12-4795793a4a03" providerId="ADAL" clId="{D25A53E2-1C50-44AD-8D62-9B07AC23C045}" dt="2025-11-16T02:53:48.853" v="1035" actId="478"/>
          <ac:spMkLst>
            <pc:docMk/>
            <pc:sldMk cId="1167338789" sldId="360"/>
            <ac:spMk id="2" creationId="{82432A23-0160-89F9-F250-22EB285505EE}"/>
          </ac:spMkLst>
        </pc:spChg>
        <pc:spChg chg="mod">
          <ac:chgData name="Day, Dylan" userId="7fd0c8f8-1afb-4c5b-ac12-4795793a4a03" providerId="ADAL" clId="{D25A53E2-1C50-44AD-8D62-9B07AC23C045}" dt="2025-11-16T04:26:07.606" v="1096" actId="20577"/>
          <ac:spMkLst>
            <pc:docMk/>
            <pc:sldMk cId="1167338789" sldId="360"/>
            <ac:spMk id="3" creationId="{E6C7D25A-21C0-AC22-12B5-0950039ECE4F}"/>
          </ac:spMkLst>
        </pc:spChg>
        <pc:graphicFrameChg chg="add mod modGraphic">
          <ac:chgData name="Day, Dylan" userId="7fd0c8f8-1afb-4c5b-ac12-4795793a4a03" providerId="ADAL" clId="{D25A53E2-1C50-44AD-8D62-9B07AC23C045}" dt="2025-11-16T04:48:28.361" v="1471" actId="1076"/>
          <ac:graphicFrameMkLst>
            <pc:docMk/>
            <pc:sldMk cId="1167338789" sldId="360"/>
            <ac:graphicFrameMk id="2" creationId="{889D19B5-158F-AA5E-719F-92950EC19EB5}"/>
          </ac:graphicFrameMkLst>
        </pc:graphicFrameChg>
        <pc:graphicFrameChg chg="del">
          <ac:chgData name="Day, Dylan" userId="7fd0c8f8-1afb-4c5b-ac12-4795793a4a03" providerId="ADAL" clId="{D25A53E2-1C50-44AD-8D62-9B07AC23C045}" dt="2025-11-16T02:53:45.013" v="1034" actId="478"/>
          <ac:graphicFrameMkLst>
            <pc:docMk/>
            <pc:sldMk cId="1167338789" sldId="360"/>
            <ac:graphicFrameMk id="5" creationId="{794A6DDE-7AED-422B-1630-B035B3FF346C}"/>
          </ac:graphicFrameMkLst>
        </pc:graphicFrameChg>
      </pc:sldChg>
      <pc:sldChg chg="modSp mod ord">
        <pc:chgData name="Day, Dylan" userId="7fd0c8f8-1afb-4c5b-ac12-4795793a4a03" providerId="ADAL" clId="{D25A53E2-1C50-44AD-8D62-9B07AC23C045}" dt="2025-11-16T07:05:51.935" v="2596" actId="1076"/>
        <pc:sldMkLst>
          <pc:docMk/>
          <pc:sldMk cId="755090394" sldId="361"/>
        </pc:sldMkLst>
        <pc:spChg chg="mod">
          <ac:chgData name="Day, Dylan" userId="7fd0c8f8-1afb-4c5b-ac12-4795793a4a03" providerId="ADAL" clId="{D25A53E2-1C50-44AD-8D62-9B07AC23C045}" dt="2025-11-16T07:05:51.935" v="2596" actId="1076"/>
          <ac:spMkLst>
            <pc:docMk/>
            <pc:sldMk cId="755090394" sldId="361"/>
            <ac:spMk id="2" creationId="{83E12F65-7137-33ED-3B07-7789A765AE9F}"/>
          </ac:spMkLst>
        </pc:spChg>
      </pc:sldChg>
      <pc:sldChg chg="modSp mod">
        <pc:chgData name="Day, Dylan" userId="7fd0c8f8-1afb-4c5b-ac12-4795793a4a03" providerId="ADAL" clId="{D25A53E2-1C50-44AD-8D62-9B07AC23C045}" dt="2025-11-16T06:49:36.268" v="2556" actId="1076"/>
        <pc:sldMkLst>
          <pc:docMk/>
          <pc:sldMk cId="1043541632" sldId="365"/>
        </pc:sldMkLst>
        <pc:spChg chg="mod">
          <ac:chgData name="Day, Dylan" userId="7fd0c8f8-1afb-4c5b-ac12-4795793a4a03" providerId="ADAL" clId="{D25A53E2-1C50-44AD-8D62-9B07AC23C045}" dt="2025-11-16T06:49:36.268" v="2556" actId="1076"/>
          <ac:spMkLst>
            <pc:docMk/>
            <pc:sldMk cId="1043541632" sldId="365"/>
            <ac:spMk id="6" creationId="{4CE327DB-0C9B-75DB-D37C-19BA014C9A49}"/>
          </ac:spMkLst>
        </pc:spChg>
      </pc:sldChg>
      <pc:sldChg chg="modSp mod ord">
        <pc:chgData name="Day, Dylan" userId="7fd0c8f8-1afb-4c5b-ac12-4795793a4a03" providerId="ADAL" clId="{D25A53E2-1C50-44AD-8D62-9B07AC23C045}" dt="2025-11-16T07:05:16.388" v="2595" actId="2711"/>
        <pc:sldMkLst>
          <pc:docMk/>
          <pc:sldMk cId="1617693211" sldId="366"/>
        </pc:sldMkLst>
        <pc:spChg chg="mod">
          <ac:chgData name="Day, Dylan" userId="7fd0c8f8-1afb-4c5b-ac12-4795793a4a03" providerId="ADAL" clId="{D25A53E2-1C50-44AD-8D62-9B07AC23C045}" dt="2025-11-16T07:05:16.388" v="2595" actId="2711"/>
          <ac:spMkLst>
            <pc:docMk/>
            <pc:sldMk cId="1617693211" sldId="366"/>
            <ac:spMk id="2" creationId="{B8753A53-CF81-FF96-271F-C48EF15F1B40}"/>
          </ac:spMkLst>
        </pc:spChg>
        <pc:graphicFrameChg chg="mod">
          <ac:chgData name="Day, Dylan" userId="7fd0c8f8-1afb-4c5b-ac12-4795793a4a03" providerId="ADAL" clId="{D25A53E2-1C50-44AD-8D62-9B07AC23C045}" dt="2025-11-16T07:05:03.641" v="2594" actId="1076"/>
          <ac:graphicFrameMkLst>
            <pc:docMk/>
            <pc:sldMk cId="1617693211" sldId="366"/>
            <ac:graphicFrameMk id="4" creationId="{2044433B-6009-6A98-3997-ABF241FCC59C}"/>
          </ac:graphicFrameMkLst>
        </pc:graphicFrameChg>
      </pc:sldChg>
      <pc:sldChg chg="addSp delSp modSp add mod">
        <pc:chgData name="Day, Dylan" userId="7fd0c8f8-1afb-4c5b-ac12-4795793a4a03" providerId="ADAL" clId="{D25A53E2-1C50-44AD-8D62-9B07AC23C045}" dt="2025-11-16T05:22:43.885" v="1654" actId="20577"/>
        <pc:sldMkLst>
          <pc:docMk/>
          <pc:sldMk cId="1262622288" sldId="368"/>
        </pc:sldMkLst>
        <pc:spChg chg="mod">
          <ac:chgData name="Day, Dylan" userId="7fd0c8f8-1afb-4c5b-ac12-4795793a4a03" providerId="ADAL" clId="{D25A53E2-1C50-44AD-8D62-9B07AC23C045}" dt="2025-11-16T05:04:58.687" v="1527" actId="20577"/>
          <ac:spMkLst>
            <pc:docMk/>
            <pc:sldMk cId="1262622288" sldId="368"/>
            <ac:spMk id="3" creationId="{6F7C2414-149A-8B32-7C32-836D85FB8C3B}"/>
          </ac:spMkLst>
        </pc:spChg>
        <pc:spChg chg="add del mod">
          <ac:chgData name="Day, Dylan" userId="7fd0c8f8-1afb-4c5b-ac12-4795793a4a03" providerId="ADAL" clId="{D25A53E2-1C50-44AD-8D62-9B07AC23C045}" dt="2025-11-16T05:04:39.020" v="1508"/>
          <ac:spMkLst>
            <pc:docMk/>
            <pc:sldMk cId="1262622288" sldId="368"/>
            <ac:spMk id="4" creationId="{C75BBCD3-62F6-61CF-62E2-51A84EF7E318}"/>
          </ac:spMkLst>
        </pc:spChg>
        <pc:spChg chg="add mod">
          <ac:chgData name="Day, Dylan" userId="7fd0c8f8-1afb-4c5b-ac12-4795793a4a03" providerId="ADAL" clId="{D25A53E2-1C50-44AD-8D62-9B07AC23C045}" dt="2025-11-16T05:22:43.885" v="1654" actId="20577"/>
          <ac:spMkLst>
            <pc:docMk/>
            <pc:sldMk cId="1262622288" sldId="368"/>
            <ac:spMk id="5" creationId="{DAFEE272-AA36-71B5-AF4E-9A3C5D3D1540}"/>
          </ac:spMkLst>
        </pc:spChg>
        <pc:spChg chg="add">
          <ac:chgData name="Day, Dylan" userId="7fd0c8f8-1afb-4c5b-ac12-4795793a4a03" providerId="ADAL" clId="{D25A53E2-1C50-44AD-8D62-9B07AC23C045}" dt="2025-11-16T05:07:17.912" v="1561"/>
          <ac:spMkLst>
            <pc:docMk/>
            <pc:sldMk cId="1262622288" sldId="368"/>
            <ac:spMk id="6" creationId="{F9A7D097-9610-5F58-4002-E941007F6362}"/>
          </ac:spMkLst>
        </pc:spChg>
        <pc:spChg chg="add mod">
          <ac:chgData name="Day, Dylan" userId="7fd0c8f8-1afb-4c5b-ac12-4795793a4a03" providerId="ADAL" clId="{D25A53E2-1C50-44AD-8D62-9B07AC23C045}" dt="2025-11-16T05:10:18.756" v="1582" actId="113"/>
          <ac:spMkLst>
            <pc:docMk/>
            <pc:sldMk cId="1262622288" sldId="368"/>
            <ac:spMk id="7" creationId="{9E19A99F-8E76-815B-7AE4-F1B12E9CC629}"/>
          </ac:spMkLst>
        </pc:spChg>
        <pc:graphicFrameChg chg="del">
          <ac:chgData name="Day, Dylan" userId="7fd0c8f8-1afb-4c5b-ac12-4795793a4a03" providerId="ADAL" clId="{D25A53E2-1C50-44AD-8D62-9B07AC23C045}" dt="2025-11-16T04:52:26.829" v="1473" actId="478"/>
          <ac:graphicFrameMkLst>
            <pc:docMk/>
            <pc:sldMk cId="1262622288" sldId="368"/>
            <ac:graphicFrameMk id="2" creationId="{89C3D8BD-16E6-A56D-5E29-7AA5DC824B4A}"/>
          </ac:graphicFrameMkLst>
        </pc:graphicFrameChg>
        <pc:picChg chg="add mod">
          <ac:chgData name="Day, Dylan" userId="7fd0c8f8-1afb-4c5b-ac12-4795793a4a03" providerId="ADAL" clId="{D25A53E2-1C50-44AD-8D62-9B07AC23C045}" dt="2025-11-16T05:13:08.347" v="1591" actId="1076"/>
          <ac:picMkLst>
            <pc:docMk/>
            <pc:sldMk cId="1262622288" sldId="368"/>
            <ac:picMk id="9" creationId="{04241551-B658-D267-745B-F159D1F7D7E3}"/>
          </ac:picMkLst>
        </pc:picChg>
        <pc:picChg chg="add mod">
          <ac:chgData name="Day, Dylan" userId="7fd0c8f8-1afb-4c5b-ac12-4795793a4a03" providerId="ADAL" clId="{D25A53E2-1C50-44AD-8D62-9B07AC23C045}" dt="2025-11-16T05:13:11.496" v="1592" actId="1076"/>
          <ac:picMkLst>
            <pc:docMk/>
            <pc:sldMk cId="1262622288" sldId="368"/>
            <ac:picMk id="11" creationId="{56A4DA2F-A814-92E2-F40B-BE75A8152187}"/>
          </ac:picMkLst>
        </pc:picChg>
      </pc:sldChg>
      <pc:sldChg chg="modSp mod">
        <pc:chgData name="Day, Dylan" userId="7fd0c8f8-1afb-4c5b-ac12-4795793a4a03" providerId="ADAL" clId="{D25A53E2-1C50-44AD-8D62-9B07AC23C045}" dt="2025-11-16T06:49:21.187" v="2555" actId="1076"/>
        <pc:sldMkLst>
          <pc:docMk/>
          <pc:sldMk cId="2010020537" sldId="369"/>
        </pc:sldMkLst>
        <pc:spChg chg="mod">
          <ac:chgData name="Day, Dylan" userId="7fd0c8f8-1afb-4c5b-ac12-4795793a4a03" providerId="ADAL" clId="{D25A53E2-1C50-44AD-8D62-9B07AC23C045}" dt="2025-11-16T06:49:21.187" v="2555" actId="1076"/>
          <ac:spMkLst>
            <pc:docMk/>
            <pc:sldMk cId="2010020537" sldId="369"/>
            <ac:spMk id="7" creationId="{A6B73A21-B7AE-A06E-ECEC-0A92F0C4E159}"/>
          </ac:spMkLst>
        </pc:spChg>
      </pc:sldChg>
      <pc:sldChg chg="addSp delSp modSp add mod">
        <pc:chgData name="Day, Dylan" userId="7fd0c8f8-1afb-4c5b-ac12-4795793a4a03" providerId="ADAL" clId="{D25A53E2-1C50-44AD-8D62-9B07AC23C045}" dt="2025-11-16T06:17:00.008" v="2162" actId="2711"/>
        <pc:sldMkLst>
          <pc:docMk/>
          <pc:sldMk cId="1260522913" sldId="372"/>
        </pc:sldMkLst>
        <pc:spChg chg="mod">
          <ac:chgData name="Day, Dylan" userId="7fd0c8f8-1afb-4c5b-ac12-4795793a4a03" providerId="ADAL" clId="{D25A53E2-1C50-44AD-8D62-9B07AC23C045}" dt="2025-11-16T05:16:20.464" v="1636" actId="20577"/>
          <ac:spMkLst>
            <pc:docMk/>
            <pc:sldMk cId="1260522913" sldId="372"/>
            <ac:spMk id="3" creationId="{1CBDE929-A747-2252-7B03-2363D6E678FF}"/>
          </ac:spMkLst>
        </pc:spChg>
        <pc:spChg chg="add del mod">
          <ac:chgData name="Day, Dylan" userId="7fd0c8f8-1afb-4c5b-ac12-4795793a4a03" providerId="ADAL" clId="{D25A53E2-1C50-44AD-8D62-9B07AC23C045}" dt="2025-11-16T05:23:49.318" v="1660" actId="478"/>
          <ac:spMkLst>
            <pc:docMk/>
            <pc:sldMk cId="1260522913" sldId="372"/>
            <ac:spMk id="4" creationId="{5ADBD9B4-1013-E88A-F24C-C8AEEB51BA60}"/>
          </ac:spMkLst>
        </pc:spChg>
        <pc:spChg chg="del mod">
          <ac:chgData name="Day, Dylan" userId="7fd0c8f8-1afb-4c5b-ac12-4795793a4a03" providerId="ADAL" clId="{D25A53E2-1C50-44AD-8D62-9B07AC23C045}" dt="2025-11-16T05:18:47.875" v="1640"/>
          <ac:spMkLst>
            <pc:docMk/>
            <pc:sldMk cId="1260522913" sldId="372"/>
            <ac:spMk id="5" creationId="{9FEA1748-3D3B-079B-F9DB-60E1829A9CDB}"/>
          </ac:spMkLst>
        </pc:spChg>
        <pc:spChg chg="add mod">
          <ac:chgData name="Day, Dylan" userId="7fd0c8f8-1afb-4c5b-ac12-4795793a4a03" providerId="ADAL" clId="{D25A53E2-1C50-44AD-8D62-9B07AC23C045}" dt="2025-11-16T06:16:49.425" v="2161" actId="2711"/>
          <ac:spMkLst>
            <pc:docMk/>
            <pc:sldMk cId="1260522913" sldId="372"/>
            <ac:spMk id="6" creationId="{51E4BA25-D55D-CDC6-936B-EDEDEAE1DC4C}"/>
          </ac:spMkLst>
        </pc:spChg>
        <pc:spChg chg="del">
          <ac:chgData name="Day, Dylan" userId="7fd0c8f8-1afb-4c5b-ac12-4795793a4a03" providerId="ADAL" clId="{D25A53E2-1C50-44AD-8D62-9B07AC23C045}" dt="2025-11-16T05:16:30.737" v="1637" actId="478"/>
          <ac:spMkLst>
            <pc:docMk/>
            <pc:sldMk cId="1260522913" sldId="372"/>
            <ac:spMk id="7" creationId="{67FAC090-34F3-4432-8967-8CAFF6F2CC2E}"/>
          </ac:spMkLst>
        </pc:spChg>
        <pc:spChg chg="add mod">
          <ac:chgData name="Day, Dylan" userId="7fd0c8f8-1afb-4c5b-ac12-4795793a4a03" providerId="ADAL" clId="{D25A53E2-1C50-44AD-8D62-9B07AC23C045}" dt="2025-11-16T06:17:00.008" v="2162" actId="2711"/>
          <ac:spMkLst>
            <pc:docMk/>
            <pc:sldMk cId="1260522913" sldId="372"/>
            <ac:spMk id="8" creationId="{DEA7F56A-35B7-E438-72FE-EE7736B48FAA}"/>
          </ac:spMkLst>
        </pc:spChg>
        <pc:picChg chg="del">
          <ac:chgData name="Day, Dylan" userId="7fd0c8f8-1afb-4c5b-ac12-4795793a4a03" providerId="ADAL" clId="{D25A53E2-1C50-44AD-8D62-9B07AC23C045}" dt="2025-11-16T05:15:55.899" v="1594" actId="478"/>
          <ac:picMkLst>
            <pc:docMk/>
            <pc:sldMk cId="1260522913" sldId="372"/>
            <ac:picMk id="9" creationId="{EDC9B42B-6BBF-8637-9FB8-855A51387C7D}"/>
          </ac:picMkLst>
        </pc:picChg>
        <pc:picChg chg="del">
          <ac:chgData name="Day, Dylan" userId="7fd0c8f8-1afb-4c5b-ac12-4795793a4a03" providerId="ADAL" clId="{D25A53E2-1C50-44AD-8D62-9B07AC23C045}" dt="2025-11-16T05:15:57.362" v="1595" actId="478"/>
          <ac:picMkLst>
            <pc:docMk/>
            <pc:sldMk cId="1260522913" sldId="372"/>
            <ac:picMk id="11" creationId="{55D8E141-7027-2FDC-FD35-E64B8B84D684}"/>
          </ac:picMkLst>
        </pc:picChg>
      </pc:sldChg>
      <pc:sldChg chg="addSp delSp modSp add mod">
        <pc:chgData name="Day, Dylan" userId="7fd0c8f8-1afb-4c5b-ac12-4795793a4a03" providerId="ADAL" clId="{D25A53E2-1C50-44AD-8D62-9B07AC23C045}" dt="2025-11-16T06:42:52.278" v="2553" actId="20577"/>
        <pc:sldMkLst>
          <pc:docMk/>
          <pc:sldMk cId="288681217" sldId="373"/>
        </pc:sldMkLst>
        <pc:spChg chg="add del mod">
          <ac:chgData name="Day, Dylan" userId="7fd0c8f8-1afb-4c5b-ac12-4795793a4a03" providerId="ADAL" clId="{D25A53E2-1C50-44AD-8D62-9B07AC23C045}" dt="2025-11-16T05:52:37.465" v="1941" actId="478"/>
          <ac:spMkLst>
            <pc:docMk/>
            <pc:sldMk cId="288681217" sldId="373"/>
            <ac:spMk id="2" creationId="{F2E421C2-D581-8130-31EE-DE617BD01AD5}"/>
          </ac:spMkLst>
        </pc:spChg>
        <pc:spChg chg="mod">
          <ac:chgData name="Day, Dylan" userId="7fd0c8f8-1afb-4c5b-ac12-4795793a4a03" providerId="ADAL" clId="{D25A53E2-1C50-44AD-8D62-9B07AC23C045}" dt="2025-11-16T05:50:00.629" v="1884" actId="20577"/>
          <ac:spMkLst>
            <pc:docMk/>
            <pc:sldMk cId="288681217" sldId="373"/>
            <ac:spMk id="3" creationId="{D25FE921-0A91-2F9C-CEAE-595BFDB9CB40}"/>
          </ac:spMkLst>
        </pc:spChg>
        <pc:spChg chg="mod">
          <ac:chgData name="Day, Dylan" userId="7fd0c8f8-1afb-4c5b-ac12-4795793a4a03" providerId="ADAL" clId="{D25A53E2-1C50-44AD-8D62-9B07AC23C045}" dt="2025-11-16T06:42:52.278" v="2553" actId="20577"/>
          <ac:spMkLst>
            <pc:docMk/>
            <pc:sldMk cId="288681217" sldId="373"/>
            <ac:spMk id="6" creationId="{454C769B-46E3-2C1B-546B-B1E63AB949C1}"/>
          </ac:spMkLst>
        </pc:spChg>
        <pc:spChg chg="mod">
          <ac:chgData name="Day, Dylan" userId="7fd0c8f8-1afb-4c5b-ac12-4795793a4a03" providerId="ADAL" clId="{D25A53E2-1C50-44AD-8D62-9B07AC23C045}" dt="2025-11-16T06:16:33.318" v="2160" actId="2711"/>
          <ac:spMkLst>
            <pc:docMk/>
            <pc:sldMk cId="288681217" sldId="373"/>
            <ac:spMk id="8" creationId="{C5894AD2-EDDE-B0B0-2FDA-03B67A348AE9}"/>
          </ac:spMkLst>
        </pc:spChg>
        <pc:picChg chg="add mod">
          <ac:chgData name="Day, Dylan" userId="7fd0c8f8-1afb-4c5b-ac12-4795793a4a03" providerId="ADAL" clId="{D25A53E2-1C50-44AD-8D62-9B07AC23C045}" dt="2025-11-16T05:56:24.804" v="1955" actId="1076"/>
          <ac:picMkLst>
            <pc:docMk/>
            <pc:sldMk cId="288681217" sldId="373"/>
            <ac:picMk id="5" creationId="{5767FD71-DE9F-B59D-C8AE-CFD7C93E6B1E}"/>
          </ac:picMkLst>
        </pc:picChg>
      </pc:sldChg>
      <pc:sldChg chg="addSp delSp modSp add mod">
        <pc:chgData name="Day, Dylan" userId="7fd0c8f8-1afb-4c5b-ac12-4795793a4a03" providerId="ADAL" clId="{D25A53E2-1C50-44AD-8D62-9B07AC23C045}" dt="2025-11-16T07:00:51.929" v="2560" actId="478"/>
        <pc:sldMkLst>
          <pc:docMk/>
          <pc:sldMk cId="2022058133" sldId="374"/>
        </pc:sldMkLst>
        <pc:spChg chg="mod">
          <ac:chgData name="Day, Dylan" userId="7fd0c8f8-1afb-4c5b-ac12-4795793a4a03" providerId="ADAL" clId="{D25A53E2-1C50-44AD-8D62-9B07AC23C045}" dt="2025-11-16T05:57:37.052" v="1981" actId="20577"/>
          <ac:spMkLst>
            <pc:docMk/>
            <pc:sldMk cId="2022058133" sldId="374"/>
            <ac:spMk id="3" creationId="{51F9C9AB-AC86-8BD5-1776-68838FBD2B2C}"/>
          </ac:spMkLst>
        </pc:spChg>
        <pc:spChg chg="add mod">
          <ac:chgData name="Day, Dylan" userId="7fd0c8f8-1afb-4c5b-ac12-4795793a4a03" providerId="ADAL" clId="{D25A53E2-1C50-44AD-8D62-9B07AC23C045}" dt="2025-11-16T06:26:18.536" v="2490" actId="1076"/>
          <ac:spMkLst>
            <pc:docMk/>
            <pc:sldMk cId="2022058133" sldId="374"/>
            <ac:spMk id="4" creationId="{313F8652-F714-FACD-C6CC-DBF263922AC6}"/>
          </ac:spMkLst>
        </pc:spChg>
        <pc:spChg chg="del mod">
          <ac:chgData name="Day, Dylan" userId="7fd0c8f8-1afb-4c5b-ac12-4795793a4a03" providerId="ADAL" clId="{D25A53E2-1C50-44AD-8D62-9B07AC23C045}" dt="2025-11-16T05:58:32.361" v="1984" actId="478"/>
          <ac:spMkLst>
            <pc:docMk/>
            <pc:sldMk cId="2022058133" sldId="374"/>
            <ac:spMk id="6" creationId="{4F74128B-55B4-4632-4D27-35F6F67463ED}"/>
          </ac:spMkLst>
        </pc:spChg>
        <pc:spChg chg="del">
          <ac:chgData name="Day, Dylan" userId="7fd0c8f8-1afb-4c5b-ac12-4795793a4a03" providerId="ADAL" clId="{D25A53E2-1C50-44AD-8D62-9B07AC23C045}" dt="2025-11-16T05:58:35.091" v="1985" actId="478"/>
          <ac:spMkLst>
            <pc:docMk/>
            <pc:sldMk cId="2022058133" sldId="374"/>
            <ac:spMk id="8" creationId="{50EBA36F-FB5C-BABA-7076-9825DA4BA2BF}"/>
          </ac:spMkLst>
        </pc:spChg>
        <pc:graphicFrameChg chg="add mod modGraphic">
          <ac:chgData name="Day, Dylan" userId="7fd0c8f8-1afb-4c5b-ac12-4795793a4a03" providerId="ADAL" clId="{D25A53E2-1C50-44AD-8D62-9B07AC23C045}" dt="2025-11-16T06:26:09.935" v="2489" actId="1076"/>
          <ac:graphicFrameMkLst>
            <pc:docMk/>
            <pc:sldMk cId="2022058133" sldId="374"/>
            <ac:graphicFrameMk id="2" creationId="{E50DBAE1-67FE-0ECA-81A4-ED5276CC378E}"/>
          </ac:graphicFrameMkLst>
        </pc:graphicFrameChg>
        <pc:graphicFrameChg chg="add del mod modGraphic">
          <ac:chgData name="Day, Dylan" userId="7fd0c8f8-1afb-4c5b-ac12-4795793a4a03" providerId="ADAL" clId="{D25A53E2-1C50-44AD-8D62-9B07AC23C045}" dt="2025-11-16T07:00:51.929" v="2560" actId="478"/>
          <ac:graphicFrameMkLst>
            <pc:docMk/>
            <pc:sldMk cId="2022058133" sldId="374"/>
            <ac:graphicFrameMk id="7" creationId="{E6027000-21E7-8C13-6DDB-E3BC7FBB6B7D}"/>
          </ac:graphicFrameMkLst>
        </pc:graphicFrameChg>
        <pc:picChg chg="del">
          <ac:chgData name="Day, Dylan" userId="7fd0c8f8-1afb-4c5b-ac12-4795793a4a03" providerId="ADAL" clId="{D25A53E2-1C50-44AD-8D62-9B07AC23C045}" dt="2025-11-16T05:58:14.446" v="1982" actId="478"/>
          <ac:picMkLst>
            <pc:docMk/>
            <pc:sldMk cId="2022058133" sldId="374"/>
            <ac:picMk id="5" creationId="{80479F59-D614-ECF8-136D-44FE22DB6783}"/>
          </ac:picMkLst>
        </pc:picChg>
      </pc:sldChg>
      <pc:sldChg chg="addSp delSp modSp new mod">
        <pc:chgData name="Day, Dylan" userId="7fd0c8f8-1afb-4c5b-ac12-4795793a4a03" providerId="ADAL" clId="{D25A53E2-1C50-44AD-8D62-9B07AC23C045}" dt="2025-11-16T06:28:06.190" v="2508" actId="1076"/>
        <pc:sldMkLst>
          <pc:docMk/>
          <pc:sldMk cId="1207906366" sldId="375"/>
        </pc:sldMkLst>
        <pc:spChg chg="del">
          <ac:chgData name="Day, Dylan" userId="7fd0c8f8-1afb-4c5b-ac12-4795793a4a03" providerId="ADAL" clId="{D25A53E2-1C50-44AD-8D62-9B07AC23C045}" dt="2025-11-16T06:27:20.243" v="2493" actId="478"/>
          <ac:spMkLst>
            <pc:docMk/>
            <pc:sldMk cId="1207906366" sldId="375"/>
            <ac:spMk id="2" creationId="{43E370C8-4692-6A99-2B68-BC50E84B8A02}"/>
          </ac:spMkLst>
        </pc:spChg>
        <pc:spChg chg="del">
          <ac:chgData name="Day, Dylan" userId="7fd0c8f8-1afb-4c5b-ac12-4795793a4a03" providerId="ADAL" clId="{D25A53E2-1C50-44AD-8D62-9B07AC23C045}" dt="2025-11-16T06:27:18.443" v="2492" actId="478"/>
          <ac:spMkLst>
            <pc:docMk/>
            <pc:sldMk cId="1207906366" sldId="375"/>
            <ac:spMk id="3" creationId="{640C3DA8-E7CB-C129-A74E-A35875419416}"/>
          </ac:spMkLst>
        </pc:spChg>
        <pc:spChg chg="add mod">
          <ac:chgData name="Day, Dylan" userId="7fd0c8f8-1afb-4c5b-ac12-4795793a4a03" providerId="ADAL" clId="{D25A53E2-1C50-44AD-8D62-9B07AC23C045}" dt="2025-11-16T06:28:06.190" v="2508" actId="1076"/>
          <ac:spMkLst>
            <pc:docMk/>
            <pc:sldMk cId="1207906366" sldId="375"/>
            <ac:spMk id="7" creationId="{A9F1278C-33DF-1D2B-231D-9F9A47FE2E4E}"/>
          </ac:spMkLst>
        </pc:spChg>
      </pc:sldChg>
    </pc:docChg>
  </pc:docChgLst>
  <pc:docChgLst>
    <pc:chgData name="Schwartz, Natalie C" userId="S::ncschwartz@uiowa.edu::e113c6aa-38e6-4b56-bab0-d036d2189220" providerId="AD" clId="Web-{5BC192EE-AA99-1F57-C76D-21B5E903FFDC}"/>
    <pc:docChg chg="delSld modSld">
      <pc:chgData name="Schwartz, Natalie C" userId="S::ncschwartz@uiowa.edu::e113c6aa-38e6-4b56-bab0-d036d2189220" providerId="AD" clId="Web-{5BC192EE-AA99-1F57-C76D-21B5E903FFDC}" dt="2025-11-16T05:40:50.881" v="552"/>
      <pc:docMkLst>
        <pc:docMk/>
      </pc:docMkLst>
      <pc:sldChg chg="modSp">
        <pc:chgData name="Schwartz, Natalie C" userId="S::ncschwartz@uiowa.edu::e113c6aa-38e6-4b56-bab0-d036d2189220" providerId="AD" clId="Web-{5BC192EE-AA99-1F57-C76D-21B5E903FFDC}" dt="2025-11-16T05:30:58.809" v="350" actId="14100"/>
        <pc:sldMkLst>
          <pc:docMk/>
          <pc:sldMk cId="755090394" sldId="361"/>
        </pc:sldMkLst>
        <pc:spChg chg="mod">
          <ac:chgData name="Schwartz, Natalie C" userId="S::ncschwartz@uiowa.edu::e113c6aa-38e6-4b56-bab0-d036d2189220" providerId="AD" clId="Web-{5BC192EE-AA99-1F57-C76D-21B5E903FFDC}" dt="2025-11-16T05:30:58.809" v="350" actId="14100"/>
          <ac:spMkLst>
            <pc:docMk/>
            <pc:sldMk cId="755090394" sldId="361"/>
            <ac:spMk id="2" creationId="{83E12F65-7137-33ED-3B07-7789A765AE9F}"/>
          </ac:spMkLst>
        </pc:spChg>
      </pc:sldChg>
      <pc:sldChg chg="addSp delSp modSp">
        <pc:chgData name="Schwartz, Natalie C" userId="S::ncschwartz@uiowa.edu::e113c6aa-38e6-4b56-bab0-d036d2189220" providerId="AD" clId="Web-{5BC192EE-AA99-1F57-C76D-21B5E903FFDC}" dt="2025-11-16T05:30:02.043" v="349" actId="1076"/>
        <pc:sldMkLst>
          <pc:docMk/>
          <pc:sldMk cId="1043541632" sldId="365"/>
        </pc:sldMkLst>
        <pc:spChg chg="mod">
          <ac:chgData name="Schwartz, Natalie C" userId="S::ncschwartz@uiowa.edu::e113c6aa-38e6-4b56-bab0-d036d2189220" providerId="AD" clId="Web-{5BC192EE-AA99-1F57-C76D-21B5E903FFDC}" dt="2025-11-16T05:12:36.569" v="43" actId="14100"/>
          <ac:spMkLst>
            <pc:docMk/>
            <pc:sldMk cId="1043541632" sldId="365"/>
            <ac:spMk id="3" creationId="{24A984FE-A60A-A62D-920A-82E4EE9716F4}"/>
          </ac:spMkLst>
        </pc:spChg>
        <pc:spChg chg="mod">
          <ac:chgData name="Schwartz, Natalie C" userId="S::ncschwartz@uiowa.edu::e113c6aa-38e6-4b56-bab0-d036d2189220" providerId="AD" clId="Web-{5BC192EE-AA99-1F57-C76D-21B5E903FFDC}" dt="2025-11-16T05:28:51.760" v="339" actId="20577"/>
          <ac:spMkLst>
            <pc:docMk/>
            <pc:sldMk cId="1043541632" sldId="365"/>
            <ac:spMk id="6" creationId="{4CE327DB-0C9B-75DB-D37C-19BA014C9A49}"/>
          </ac:spMkLst>
        </pc:spChg>
        <pc:spChg chg="add del">
          <ac:chgData name="Schwartz, Natalie C" userId="S::ncschwartz@uiowa.edu::e113c6aa-38e6-4b56-bab0-d036d2189220" providerId="AD" clId="Web-{5BC192EE-AA99-1F57-C76D-21B5E903FFDC}" dt="2025-11-16T05:22:42.164" v="188"/>
          <ac:spMkLst>
            <pc:docMk/>
            <pc:sldMk cId="1043541632" sldId="365"/>
            <ac:spMk id="12" creationId="{BB96E464-919D-5C31-614B-E4A1494A2019}"/>
          </ac:spMkLst>
        </pc:spChg>
        <pc:picChg chg="add del mod">
          <ac:chgData name="Schwartz, Natalie C" userId="S::ncschwartz@uiowa.edu::e113c6aa-38e6-4b56-bab0-d036d2189220" providerId="AD" clId="Web-{5BC192EE-AA99-1F57-C76D-21B5E903FFDC}" dt="2025-11-16T05:10:02.834" v="29"/>
          <ac:picMkLst>
            <pc:docMk/>
            <pc:sldMk cId="1043541632" sldId="365"/>
            <ac:picMk id="2" creationId="{D1D4A835-ACCE-302F-57E4-72DE12A30F28}"/>
          </ac:picMkLst>
        </pc:picChg>
        <pc:picChg chg="mod">
          <ac:chgData name="Schwartz, Natalie C" userId="S::ncschwartz@uiowa.edu::e113c6aa-38e6-4b56-bab0-d036d2189220" providerId="AD" clId="Web-{5BC192EE-AA99-1F57-C76D-21B5E903FFDC}" dt="2025-11-16T05:30:02.043" v="349" actId="1076"/>
          <ac:picMkLst>
            <pc:docMk/>
            <pc:sldMk cId="1043541632" sldId="365"/>
            <ac:picMk id="4" creationId="{6B48C39E-24B8-82B4-6145-80BF79CCCF64}"/>
          </ac:picMkLst>
        </pc:picChg>
        <pc:picChg chg="mod">
          <ac:chgData name="Schwartz, Natalie C" userId="S::ncschwartz@uiowa.edu::e113c6aa-38e6-4b56-bab0-d036d2189220" providerId="AD" clId="Web-{5BC192EE-AA99-1F57-C76D-21B5E903FFDC}" dt="2025-11-16T05:29:48.090" v="348" actId="14100"/>
          <ac:picMkLst>
            <pc:docMk/>
            <pc:sldMk cId="1043541632" sldId="365"/>
            <ac:picMk id="5" creationId="{92294373-5071-337B-F712-61CFFEF6CBA7}"/>
          </ac:picMkLst>
        </pc:picChg>
        <pc:picChg chg="add del mod">
          <ac:chgData name="Schwartz, Natalie C" userId="S::ncschwartz@uiowa.edu::e113c6aa-38e6-4b56-bab0-d036d2189220" providerId="AD" clId="Web-{5BC192EE-AA99-1F57-C76D-21B5E903FFDC}" dt="2025-11-16T05:21:05.366" v="75"/>
          <ac:picMkLst>
            <pc:docMk/>
            <pc:sldMk cId="1043541632" sldId="365"/>
            <ac:picMk id="7" creationId="{F8685BAD-1448-C7F9-7BE3-C8DC9EE4EC75}"/>
          </ac:picMkLst>
        </pc:picChg>
        <pc:picChg chg="add mod">
          <ac:chgData name="Schwartz, Natalie C" userId="S::ncschwartz@uiowa.edu::e113c6aa-38e6-4b56-bab0-d036d2189220" providerId="AD" clId="Web-{5BC192EE-AA99-1F57-C76D-21B5E903FFDC}" dt="2025-11-16T05:28:58.401" v="340" actId="1076"/>
          <ac:picMkLst>
            <pc:docMk/>
            <pc:sldMk cId="1043541632" sldId="365"/>
            <ac:picMk id="8" creationId="{7054BADC-C73B-F81C-F9EA-65CC7F56EDFF}"/>
          </ac:picMkLst>
        </pc:picChg>
        <pc:picChg chg="add del mod">
          <ac:chgData name="Schwartz, Natalie C" userId="S::ncschwartz@uiowa.edu::e113c6aa-38e6-4b56-bab0-d036d2189220" providerId="AD" clId="Web-{5BC192EE-AA99-1F57-C76D-21B5E903FFDC}" dt="2025-11-16T05:21:02.772" v="74"/>
          <ac:picMkLst>
            <pc:docMk/>
            <pc:sldMk cId="1043541632" sldId="365"/>
            <ac:picMk id="9" creationId="{19FFD931-391F-FD01-C963-F29AA33E1D1A}"/>
          </ac:picMkLst>
        </pc:picChg>
        <pc:picChg chg="add del mod">
          <ac:chgData name="Schwartz, Natalie C" userId="S::ncschwartz@uiowa.edu::e113c6aa-38e6-4b56-bab0-d036d2189220" providerId="AD" clId="Web-{5BC192EE-AA99-1F57-C76D-21B5E903FFDC}" dt="2025-11-16T05:20:57.944" v="73"/>
          <ac:picMkLst>
            <pc:docMk/>
            <pc:sldMk cId="1043541632" sldId="365"/>
            <ac:picMk id="10" creationId="{0D60AED0-E45D-54AF-D7DE-F108B2EDD76F}"/>
          </ac:picMkLst>
        </pc:picChg>
        <pc:picChg chg="add del mod">
          <ac:chgData name="Schwartz, Natalie C" userId="S::ncschwartz@uiowa.edu::e113c6aa-38e6-4b56-bab0-d036d2189220" providerId="AD" clId="Web-{5BC192EE-AA99-1F57-C76D-21B5E903FFDC}" dt="2025-11-16T05:22:24.523" v="186"/>
          <ac:picMkLst>
            <pc:docMk/>
            <pc:sldMk cId="1043541632" sldId="365"/>
            <ac:picMk id="11" creationId="{ECD20F70-E253-E191-7BE3-01C4800C4B1C}"/>
          </ac:picMkLst>
        </pc:picChg>
      </pc:sldChg>
      <pc:sldChg chg="addSp delSp modSp">
        <pc:chgData name="Schwartz, Natalie C" userId="S::ncschwartz@uiowa.edu::e113c6aa-38e6-4b56-bab0-d036d2189220" providerId="AD" clId="Web-{5BC192EE-AA99-1F57-C76D-21B5E903FFDC}" dt="2025-11-16T05:40:50.881" v="552"/>
        <pc:sldMkLst>
          <pc:docMk/>
          <pc:sldMk cId="1617693211" sldId="366"/>
        </pc:sldMkLst>
        <pc:spChg chg="del mod">
          <ac:chgData name="Schwartz, Natalie C" userId="S::ncschwartz@uiowa.edu::e113c6aa-38e6-4b56-bab0-d036d2189220" providerId="AD" clId="Web-{5BC192EE-AA99-1F57-C76D-21B5E903FFDC}" dt="2025-11-16T05:33:22.262" v="352"/>
          <ac:spMkLst>
            <pc:docMk/>
            <pc:sldMk cId="1617693211" sldId="366"/>
            <ac:spMk id="5" creationId="{DC769973-F4A4-61D6-F04C-D3399AED9476}"/>
          </ac:spMkLst>
        </pc:spChg>
        <pc:graphicFrameChg chg="add mod modGraphic">
          <ac:chgData name="Schwartz, Natalie C" userId="S::ncschwartz@uiowa.edu::e113c6aa-38e6-4b56-bab0-d036d2189220" providerId="AD" clId="Web-{5BC192EE-AA99-1F57-C76D-21B5E903FFDC}" dt="2025-11-16T05:40:50.881" v="552"/>
          <ac:graphicFrameMkLst>
            <pc:docMk/>
            <pc:sldMk cId="1617693211" sldId="366"/>
            <ac:graphicFrameMk id="4" creationId="{2044433B-6009-6A98-3997-ABF241FCC59C}"/>
          </ac:graphicFrameMkLst>
        </pc:graphicFrameChg>
        <pc:graphicFrameChg chg="add del mod modGraphic">
          <ac:chgData name="Schwartz, Natalie C" userId="S::ncschwartz@uiowa.edu::e113c6aa-38e6-4b56-bab0-d036d2189220" providerId="AD" clId="Web-{5BC192EE-AA99-1F57-C76D-21B5E903FFDC}" dt="2025-11-16T05:37:33.658" v="417"/>
          <ac:graphicFrameMkLst>
            <pc:docMk/>
            <pc:sldMk cId="1617693211" sldId="366"/>
            <ac:graphicFrameMk id="6" creationId="{EAE218F7-E131-CC03-2743-B26C1E05CC77}"/>
          </ac:graphicFrameMkLst>
        </pc:graphicFrameChg>
      </pc:sldChg>
      <pc:sldChg chg="del">
        <pc:chgData name="Schwartz, Natalie C" userId="S::ncschwartz@uiowa.edu::e113c6aa-38e6-4b56-bab0-d036d2189220" providerId="AD" clId="Web-{5BC192EE-AA99-1F57-C76D-21B5E903FFDC}" dt="2025-11-16T05:11:31.616" v="30"/>
        <pc:sldMkLst>
          <pc:docMk/>
          <pc:sldMk cId="890391038" sldId="367"/>
        </pc:sldMkLst>
      </pc:sldChg>
    </pc:docChg>
  </pc:docChgLst>
  <pc:docChgLst>
    <pc:chgData name="Schwartz, Natalie C" userId="S::ncschwartz@uiowa.edu::e113c6aa-38e6-4b56-bab0-d036d2189220" providerId="AD" clId="Web-{804DA637-0880-BF7A-939C-5AF99394233A}"/>
    <pc:docChg chg="modSld">
      <pc:chgData name="Schwartz, Natalie C" userId="S::ncschwartz@uiowa.edu::e113c6aa-38e6-4b56-bab0-d036d2189220" providerId="AD" clId="Web-{804DA637-0880-BF7A-939C-5AF99394233A}" dt="2025-11-16T06:52:16.936" v="13" actId="20577"/>
      <pc:docMkLst>
        <pc:docMk/>
      </pc:docMkLst>
      <pc:sldChg chg="modSp">
        <pc:chgData name="Schwartz, Natalie C" userId="S::ncschwartz@uiowa.edu::e113c6aa-38e6-4b56-bab0-d036d2189220" providerId="AD" clId="Web-{804DA637-0880-BF7A-939C-5AF99394233A}" dt="2025-11-16T06:52:16.936" v="13" actId="20577"/>
        <pc:sldMkLst>
          <pc:docMk/>
          <pc:sldMk cId="1541753600" sldId="371"/>
        </pc:sldMkLst>
        <pc:spChg chg="mod">
          <ac:chgData name="Schwartz, Natalie C" userId="S::ncschwartz@uiowa.edu::e113c6aa-38e6-4b56-bab0-d036d2189220" providerId="AD" clId="Web-{804DA637-0880-BF7A-939C-5AF99394233A}" dt="2025-11-16T06:52:16.936" v="13" actId="20577"/>
          <ac:spMkLst>
            <pc:docMk/>
            <pc:sldMk cId="1541753600" sldId="371"/>
            <ac:spMk id="4" creationId="{5230FCB1-789B-B1B6-B632-10134AEECA64}"/>
          </ac:spMkLst>
        </pc:spChg>
      </pc:sldChg>
    </pc:docChg>
  </pc:docChgLst>
  <pc:docChgLst>
    <pc:chgData name="Schwartz, Natalie C" userId="S::ncschwartz@uiowa.edu::e113c6aa-38e6-4b56-bab0-d036d2189220" providerId="AD" clId="Web-{5F592FD0-3BA7-5F68-2689-40CFA9F7C719}"/>
    <pc:docChg chg="modSld sldOrd">
      <pc:chgData name="Schwartz, Natalie C" userId="S::ncschwartz@uiowa.edu::e113c6aa-38e6-4b56-bab0-d036d2189220" providerId="AD" clId="Web-{5F592FD0-3BA7-5F68-2689-40CFA9F7C719}" dt="2025-11-16T06:59:26.434" v="3" actId="20577"/>
      <pc:docMkLst>
        <pc:docMk/>
      </pc:docMkLst>
      <pc:sldChg chg="modSp ord">
        <pc:chgData name="Schwartz, Natalie C" userId="S::ncschwartz@uiowa.edu::e113c6aa-38e6-4b56-bab0-d036d2189220" providerId="AD" clId="Web-{5F592FD0-3BA7-5F68-2689-40CFA9F7C719}" dt="2025-11-16T06:59:26.434" v="3" actId="20577"/>
        <pc:sldMkLst>
          <pc:docMk/>
          <pc:sldMk cId="1617693211" sldId="366"/>
        </pc:sldMkLst>
        <pc:spChg chg="mod">
          <ac:chgData name="Schwartz, Natalie C" userId="S::ncschwartz@uiowa.edu::e113c6aa-38e6-4b56-bab0-d036d2189220" providerId="AD" clId="Web-{5F592FD0-3BA7-5F68-2689-40CFA9F7C719}" dt="2025-11-16T06:59:26.434" v="3" actId="20577"/>
          <ac:spMkLst>
            <pc:docMk/>
            <pc:sldMk cId="1617693211" sldId="366"/>
            <ac:spMk id="3" creationId="{77A003EA-8355-F9D6-A8C5-6CBDD2D84E64}"/>
          </ac:spMkLst>
        </pc:spChg>
      </pc:sldChg>
    </pc:docChg>
  </pc:docChgLst>
  <pc:docChgLst>
    <pc:chgData name="Schwartz, Natalie C" userId="S::ncschwartz@uiowa.edu::e113c6aa-38e6-4b56-bab0-d036d2189220" providerId="AD" clId="Web-{E602BA4B-D874-EDFF-5C2D-46062CB65F3C}"/>
    <pc:docChg chg="addSld delSld modSld sldOrd">
      <pc:chgData name="Schwartz, Natalie C" userId="S::ncschwartz@uiowa.edu::e113c6aa-38e6-4b56-bab0-d036d2189220" providerId="AD" clId="Web-{E602BA4B-D874-EDFF-5C2D-46062CB65F3C}" dt="2025-11-16T06:49:31.173" v="3245" actId="20577"/>
      <pc:docMkLst>
        <pc:docMk/>
      </pc:docMkLst>
      <pc:sldChg chg="modSp">
        <pc:chgData name="Schwartz, Natalie C" userId="S::ncschwartz@uiowa.edu::e113c6aa-38e6-4b56-bab0-d036d2189220" providerId="AD" clId="Web-{E602BA4B-D874-EDFF-5C2D-46062CB65F3C}" dt="2025-11-16T06:38:39.684" v="2582" actId="1076"/>
        <pc:sldMkLst>
          <pc:docMk/>
          <pc:sldMk cId="755090394" sldId="361"/>
        </pc:sldMkLst>
        <pc:spChg chg="mod">
          <ac:chgData name="Schwartz, Natalie C" userId="S::ncschwartz@uiowa.edu::e113c6aa-38e6-4b56-bab0-d036d2189220" providerId="AD" clId="Web-{E602BA4B-D874-EDFF-5C2D-46062CB65F3C}" dt="2025-11-16T06:38:39.684" v="2582" actId="1076"/>
          <ac:spMkLst>
            <pc:docMk/>
            <pc:sldMk cId="755090394" sldId="361"/>
            <ac:spMk id="2" creationId="{83E12F65-7137-33ED-3B07-7789A765AE9F}"/>
          </ac:spMkLst>
        </pc:spChg>
        <pc:spChg chg="mod">
          <ac:chgData name="Schwartz, Natalie C" userId="S::ncschwartz@uiowa.edu::e113c6aa-38e6-4b56-bab0-d036d2189220" providerId="AD" clId="Web-{E602BA4B-D874-EDFF-5C2D-46062CB65F3C}" dt="2025-11-16T06:35:45.190" v="2376" actId="20577"/>
          <ac:spMkLst>
            <pc:docMk/>
            <pc:sldMk cId="755090394" sldId="361"/>
            <ac:spMk id="3" creationId="{C126C8F2-1F67-121F-E16B-AA12BBA1BBD7}"/>
          </ac:spMkLst>
        </pc:spChg>
      </pc:sldChg>
      <pc:sldChg chg="modSp del">
        <pc:chgData name="Schwartz, Natalie C" userId="S::ncschwartz@uiowa.edu::e113c6aa-38e6-4b56-bab0-d036d2189220" providerId="AD" clId="Web-{E602BA4B-D874-EDFF-5C2D-46062CB65F3C}" dt="2025-11-16T06:35:23.018" v="2365"/>
        <pc:sldMkLst>
          <pc:docMk/>
          <pc:sldMk cId="2432854876" sldId="363"/>
        </pc:sldMkLst>
        <pc:spChg chg="mod">
          <ac:chgData name="Schwartz, Natalie C" userId="S::ncschwartz@uiowa.edu::e113c6aa-38e6-4b56-bab0-d036d2189220" providerId="AD" clId="Web-{E602BA4B-D874-EDFF-5C2D-46062CB65F3C}" dt="2025-11-16T06:30:47.006" v="2247" actId="20577"/>
          <ac:spMkLst>
            <pc:docMk/>
            <pc:sldMk cId="2432854876" sldId="363"/>
            <ac:spMk id="5" creationId="{A4E8F2DB-C7DA-024E-8656-A0CB860B3950}"/>
          </ac:spMkLst>
        </pc:spChg>
      </pc:sldChg>
      <pc:sldChg chg="modSp">
        <pc:chgData name="Schwartz, Natalie C" userId="S::ncschwartz@uiowa.edu::e113c6aa-38e6-4b56-bab0-d036d2189220" providerId="AD" clId="Web-{E602BA4B-D874-EDFF-5C2D-46062CB65F3C}" dt="2025-11-16T06:33:47.982" v="2364" actId="14100"/>
        <pc:sldMkLst>
          <pc:docMk/>
          <pc:sldMk cId="1043541632" sldId="365"/>
        </pc:sldMkLst>
        <pc:spChg chg="mod">
          <ac:chgData name="Schwartz, Natalie C" userId="S::ncschwartz@uiowa.edu::e113c6aa-38e6-4b56-bab0-d036d2189220" providerId="AD" clId="Web-{E602BA4B-D874-EDFF-5C2D-46062CB65F3C}" dt="2025-11-16T06:33:47.982" v="2364" actId="14100"/>
          <ac:spMkLst>
            <pc:docMk/>
            <pc:sldMk cId="1043541632" sldId="365"/>
            <ac:spMk id="6" creationId="{4CE327DB-0C9B-75DB-D37C-19BA014C9A49}"/>
          </ac:spMkLst>
        </pc:spChg>
      </pc:sldChg>
      <pc:sldChg chg="addSp modSp">
        <pc:chgData name="Schwartz, Natalie C" userId="S::ncschwartz@uiowa.edu::e113c6aa-38e6-4b56-bab0-d036d2189220" providerId="AD" clId="Web-{E602BA4B-D874-EDFF-5C2D-46062CB65F3C}" dt="2025-11-16T05:53:50.139" v="933" actId="20577"/>
        <pc:sldMkLst>
          <pc:docMk/>
          <pc:sldMk cId="1617693211" sldId="366"/>
        </pc:sldMkLst>
        <pc:spChg chg="add mod">
          <ac:chgData name="Schwartz, Natalie C" userId="S::ncschwartz@uiowa.edu::e113c6aa-38e6-4b56-bab0-d036d2189220" providerId="AD" clId="Web-{E602BA4B-D874-EDFF-5C2D-46062CB65F3C}" dt="2025-11-16T05:53:50.139" v="933" actId="20577"/>
          <ac:spMkLst>
            <pc:docMk/>
            <pc:sldMk cId="1617693211" sldId="366"/>
            <ac:spMk id="2" creationId="{B8753A53-CF81-FF96-271F-C48EF15F1B40}"/>
          </ac:spMkLst>
        </pc:spChg>
        <pc:graphicFrameChg chg="mod modGraphic">
          <ac:chgData name="Schwartz, Natalie C" userId="S::ncschwartz@uiowa.edu::e113c6aa-38e6-4b56-bab0-d036d2189220" providerId="AD" clId="Web-{E602BA4B-D874-EDFF-5C2D-46062CB65F3C}" dt="2025-11-16T05:46:23.911" v="302" actId="1076"/>
          <ac:graphicFrameMkLst>
            <pc:docMk/>
            <pc:sldMk cId="1617693211" sldId="366"/>
            <ac:graphicFrameMk id="4" creationId="{2044433B-6009-6A98-3997-ABF241FCC59C}"/>
          </ac:graphicFrameMkLst>
        </pc:graphicFrameChg>
      </pc:sldChg>
      <pc:sldChg chg="modSp ord">
        <pc:chgData name="Schwartz, Natalie C" userId="S::ncschwartz@uiowa.edu::e113c6aa-38e6-4b56-bab0-d036d2189220" providerId="AD" clId="Web-{E602BA4B-D874-EDFF-5C2D-46062CB65F3C}" dt="2025-11-16T06:39:54.609" v="2619" actId="14100"/>
        <pc:sldMkLst>
          <pc:docMk/>
          <pc:sldMk cId="2010020537" sldId="369"/>
        </pc:sldMkLst>
        <pc:spChg chg="mod">
          <ac:chgData name="Schwartz, Natalie C" userId="S::ncschwartz@uiowa.edu::e113c6aa-38e6-4b56-bab0-d036d2189220" providerId="AD" clId="Web-{E602BA4B-D874-EDFF-5C2D-46062CB65F3C}" dt="2025-11-16T06:39:54.609" v="2619" actId="14100"/>
          <ac:spMkLst>
            <pc:docMk/>
            <pc:sldMk cId="2010020537" sldId="369"/>
            <ac:spMk id="3" creationId="{1F8FE05F-246E-D23C-099B-50E5404DF2FA}"/>
          </ac:spMkLst>
        </pc:spChg>
        <pc:spChg chg="mod">
          <ac:chgData name="Schwartz, Natalie C" userId="S::ncschwartz@uiowa.edu::e113c6aa-38e6-4b56-bab0-d036d2189220" providerId="AD" clId="Web-{E602BA4B-D874-EDFF-5C2D-46062CB65F3C}" dt="2025-11-16T06:24:35.205" v="1981" actId="20577"/>
          <ac:spMkLst>
            <pc:docMk/>
            <pc:sldMk cId="2010020537" sldId="369"/>
            <ac:spMk id="7" creationId="{A6B73A21-B7AE-A06E-ECEC-0A92F0C4E159}"/>
          </ac:spMkLst>
        </pc:spChg>
      </pc:sldChg>
      <pc:sldChg chg="del">
        <pc:chgData name="Schwartz, Natalie C" userId="S::ncschwartz@uiowa.edu::e113c6aa-38e6-4b56-bab0-d036d2189220" providerId="AD" clId="Web-{E602BA4B-D874-EDFF-5C2D-46062CB65F3C}" dt="2025-11-16T05:58:57.641" v="934"/>
        <pc:sldMkLst>
          <pc:docMk/>
          <pc:sldMk cId="1411489083" sldId="370"/>
        </pc:sldMkLst>
      </pc:sldChg>
      <pc:sldChg chg="addSp delSp modSp">
        <pc:chgData name="Schwartz, Natalie C" userId="S::ncschwartz@uiowa.edu::e113c6aa-38e6-4b56-bab0-d036d2189220" providerId="AD" clId="Web-{E602BA4B-D874-EDFF-5C2D-46062CB65F3C}" dt="2025-11-16T06:49:31.173" v="3245" actId="20577"/>
        <pc:sldMkLst>
          <pc:docMk/>
          <pc:sldMk cId="1541753600" sldId="371"/>
        </pc:sldMkLst>
        <pc:spChg chg="del mod">
          <ac:chgData name="Schwartz, Natalie C" userId="S::ncschwartz@uiowa.edu::e113c6aa-38e6-4b56-bab0-d036d2189220" providerId="AD" clId="Web-{E602BA4B-D874-EDFF-5C2D-46062CB65F3C}" dt="2025-11-16T06:45:50.233" v="2621"/>
          <ac:spMkLst>
            <pc:docMk/>
            <pc:sldMk cId="1541753600" sldId="371"/>
            <ac:spMk id="2" creationId="{E9D754F9-DB61-EA03-CA57-D9B25BB3E19B}"/>
          </ac:spMkLst>
        </pc:spChg>
        <pc:spChg chg="add mod">
          <ac:chgData name="Schwartz, Natalie C" userId="S::ncschwartz@uiowa.edu::e113c6aa-38e6-4b56-bab0-d036d2189220" providerId="AD" clId="Web-{E602BA4B-D874-EDFF-5C2D-46062CB65F3C}" dt="2025-11-16T06:49:31.173" v="3245" actId="20577"/>
          <ac:spMkLst>
            <pc:docMk/>
            <pc:sldMk cId="1541753600" sldId="371"/>
            <ac:spMk id="4" creationId="{5230FCB1-789B-B1B6-B632-10134AEECA64}"/>
          </ac:spMkLst>
        </pc:spChg>
      </pc:sldChg>
      <pc:sldChg chg="modSp new del">
        <pc:chgData name="Schwartz, Natalie C" userId="S::ncschwartz@uiowa.edu::e113c6aa-38e6-4b56-bab0-d036d2189220" providerId="AD" clId="Web-{E602BA4B-D874-EDFF-5C2D-46062CB65F3C}" dt="2025-11-16T06:24:53.049" v="1982"/>
        <pc:sldMkLst>
          <pc:docMk/>
          <pc:sldMk cId="1361140296" sldId="375"/>
        </pc:sldMkLst>
        <pc:spChg chg="mod">
          <ac:chgData name="Schwartz, Natalie C" userId="S::ncschwartz@uiowa.edu::e113c6aa-38e6-4b56-bab0-d036d2189220" providerId="AD" clId="Web-{E602BA4B-D874-EDFF-5C2D-46062CB65F3C}" dt="2025-11-16T06:22:47.314" v="1741" actId="20577"/>
          <ac:spMkLst>
            <pc:docMk/>
            <pc:sldMk cId="1361140296" sldId="375"/>
            <ac:spMk id="3" creationId="{18CE8134-3736-8D22-E2F1-B330E798F1A8}"/>
          </ac:spMkLst>
        </pc:spChg>
      </pc:sldChg>
      <pc:sldChg chg="new del">
        <pc:chgData name="Schwartz, Natalie C" userId="S::ncschwartz@uiowa.edu::e113c6aa-38e6-4b56-bab0-d036d2189220" providerId="AD" clId="Web-{E602BA4B-D874-EDFF-5C2D-46062CB65F3C}" dt="2025-11-16T06:35:28.721" v="2366"/>
        <pc:sldMkLst>
          <pc:docMk/>
          <pc:sldMk cId="1651228219" sldId="376"/>
        </pc:sldMkLst>
      </pc:sldChg>
    </pc:docChg>
  </pc:docChgLst>
  <pc:docChgLst>
    <pc:chgData name="Schwartz, Natalie C" userId="S::ncschwartz@uiowa.edu::e113c6aa-38e6-4b56-bab0-d036d2189220" providerId="AD" clId="Web-{7D1BFBEA-CFF6-7780-8656-C39388C7C0BD}"/>
    <pc:docChg chg="addSld modSld">
      <pc:chgData name="Schwartz, Natalie C" userId="S::ncschwartz@uiowa.edu::e113c6aa-38e6-4b56-bab0-d036d2189220" providerId="AD" clId="Web-{7D1BFBEA-CFF6-7780-8656-C39388C7C0BD}" dt="2025-11-16T04:29:20.384" v="27"/>
      <pc:docMkLst>
        <pc:docMk/>
      </pc:docMkLst>
      <pc:sldChg chg="addSp delSp modSp new">
        <pc:chgData name="Schwartz, Natalie C" userId="S::ncschwartz@uiowa.edu::e113c6aa-38e6-4b56-bab0-d036d2189220" providerId="AD" clId="Web-{7D1BFBEA-CFF6-7780-8656-C39388C7C0BD}" dt="2025-11-16T04:29:20.384" v="27"/>
        <pc:sldMkLst>
          <pc:docMk/>
          <pc:sldMk cId="755090394" sldId="361"/>
        </pc:sldMkLst>
        <pc:spChg chg="del mod">
          <ac:chgData name="Schwartz, Natalie C" userId="S::ncschwartz@uiowa.edu::e113c6aa-38e6-4b56-bab0-d036d2189220" providerId="AD" clId="Web-{7D1BFBEA-CFF6-7780-8656-C39388C7C0BD}" dt="2025-11-16T04:29:07.540" v="23"/>
          <ac:spMkLst>
            <pc:docMk/>
            <pc:sldMk cId="755090394" sldId="361"/>
            <ac:spMk id="2" creationId="{3CA8055F-464A-8E43-F41A-17F4C59F834B}"/>
          </ac:spMkLst>
        </pc:spChg>
        <pc:spChg chg="mod">
          <ac:chgData name="Schwartz, Natalie C" userId="S::ncschwartz@uiowa.edu::e113c6aa-38e6-4b56-bab0-d036d2189220" providerId="AD" clId="Web-{7D1BFBEA-CFF6-7780-8656-C39388C7C0BD}" dt="2025-11-16T04:20:30.584" v="16" actId="20577"/>
          <ac:spMkLst>
            <pc:docMk/>
            <pc:sldMk cId="755090394" sldId="361"/>
            <ac:spMk id="3" creationId="{C126C8F2-1F67-121F-E16B-AA12BBA1BBD7}"/>
          </ac:spMkLst>
        </pc:spChg>
        <pc:spChg chg="add del mod">
          <ac:chgData name="Schwartz, Natalie C" userId="S::ncschwartz@uiowa.edu::e113c6aa-38e6-4b56-bab0-d036d2189220" providerId="AD" clId="Web-{7D1BFBEA-CFF6-7780-8656-C39388C7C0BD}" dt="2025-11-16T04:28:53.274" v="20"/>
          <ac:spMkLst>
            <pc:docMk/>
            <pc:sldMk cId="755090394" sldId="361"/>
            <ac:spMk id="4" creationId="{4451AB75-7DB8-E7EF-D687-167E86C6969D}"/>
          </ac:spMkLst>
        </pc:spChg>
        <pc:spChg chg="add del">
          <ac:chgData name="Schwartz, Natalie C" userId="S::ncschwartz@uiowa.edu::e113c6aa-38e6-4b56-bab0-d036d2189220" providerId="AD" clId="Web-{7D1BFBEA-CFF6-7780-8656-C39388C7C0BD}" dt="2025-11-16T04:29:15.181" v="25"/>
          <ac:spMkLst>
            <pc:docMk/>
            <pc:sldMk cId="755090394" sldId="361"/>
            <ac:spMk id="5" creationId="{EEC176EF-4EFA-AF07-F207-D59CF4CE24A7}"/>
          </ac:spMkLst>
        </pc:spChg>
        <pc:spChg chg="add del">
          <ac:chgData name="Schwartz, Natalie C" userId="S::ncschwartz@uiowa.edu::e113c6aa-38e6-4b56-bab0-d036d2189220" providerId="AD" clId="Web-{7D1BFBEA-CFF6-7780-8656-C39388C7C0BD}" dt="2025-11-16T04:29:20.384" v="27"/>
          <ac:spMkLst>
            <pc:docMk/>
            <pc:sldMk cId="755090394" sldId="361"/>
            <ac:spMk id="6" creationId="{9874BA6A-92C7-70CC-46B8-1791692195A0}"/>
          </ac:spMkLst>
        </pc:spChg>
      </pc:sldChg>
    </pc:docChg>
  </pc:docChgLst>
  <pc:docChgLst>
    <pc:chgData name="Schwartz, Natalie C" userId="S::ncschwartz@uiowa.edu::e113c6aa-38e6-4b56-bab0-d036d2189220" providerId="AD" clId="Web-{1E623848-AC56-2804-0E2F-003D90BC9F60}"/>
    <pc:docChg chg="addSld delSld modSld">
      <pc:chgData name="Schwartz, Natalie C" userId="S::ncschwartz@uiowa.edu::e113c6aa-38e6-4b56-bab0-d036d2189220" providerId="AD" clId="Web-{1E623848-AC56-2804-0E2F-003D90BC9F60}" dt="2025-11-16T05:07:34.680" v="1389" actId="20577"/>
      <pc:docMkLst>
        <pc:docMk/>
      </pc:docMkLst>
      <pc:sldChg chg="addSp modSp">
        <pc:chgData name="Schwartz, Natalie C" userId="S::ncschwartz@uiowa.edu::e113c6aa-38e6-4b56-bab0-d036d2189220" providerId="AD" clId="Web-{1E623848-AC56-2804-0E2F-003D90BC9F60}" dt="2025-11-16T04:54:39.562" v="1051" actId="20577"/>
        <pc:sldMkLst>
          <pc:docMk/>
          <pc:sldMk cId="755090394" sldId="361"/>
        </pc:sldMkLst>
        <pc:spChg chg="add mod">
          <ac:chgData name="Schwartz, Natalie C" userId="S::ncschwartz@uiowa.edu::e113c6aa-38e6-4b56-bab0-d036d2189220" providerId="AD" clId="Web-{1E623848-AC56-2804-0E2F-003D90BC9F60}" dt="2025-11-16T04:54:39.562" v="1051" actId="20577"/>
          <ac:spMkLst>
            <pc:docMk/>
            <pc:sldMk cId="755090394" sldId="361"/>
            <ac:spMk id="2" creationId="{83E12F65-7137-33ED-3B07-7789A765AE9F}"/>
          </ac:spMkLst>
        </pc:spChg>
        <pc:spChg chg="mod">
          <ac:chgData name="Schwartz, Natalie C" userId="S::ncschwartz@uiowa.edu::e113c6aa-38e6-4b56-bab0-d036d2189220" providerId="AD" clId="Web-{1E623848-AC56-2804-0E2F-003D90BC9F60}" dt="2025-11-16T04:38:01.791" v="459" actId="14100"/>
          <ac:spMkLst>
            <pc:docMk/>
            <pc:sldMk cId="755090394" sldId="361"/>
            <ac:spMk id="3" creationId="{C126C8F2-1F67-121F-E16B-AA12BBA1BBD7}"/>
          </ac:spMkLst>
        </pc:spChg>
      </pc:sldChg>
      <pc:sldChg chg="modSp new del">
        <pc:chgData name="Schwartz, Natalie C" userId="S::ncschwartz@uiowa.edu::e113c6aa-38e6-4b56-bab0-d036d2189220" providerId="AD" clId="Web-{1E623848-AC56-2804-0E2F-003D90BC9F60}" dt="2025-11-16T04:42:47.639" v="541"/>
        <pc:sldMkLst>
          <pc:docMk/>
          <pc:sldMk cId="119362715" sldId="362"/>
        </pc:sldMkLst>
        <pc:spChg chg="mod">
          <ac:chgData name="Schwartz, Natalie C" userId="S::ncschwartz@uiowa.edu::e113c6aa-38e6-4b56-bab0-d036d2189220" providerId="AD" clId="Web-{1E623848-AC56-2804-0E2F-003D90BC9F60}" dt="2025-11-16T04:33:59.055" v="163" actId="20577"/>
          <ac:spMkLst>
            <pc:docMk/>
            <pc:sldMk cId="119362715" sldId="362"/>
            <ac:spMk id="3" creationId="{E4DF9272-8EC0-FEAD-BA49-0A7AF0BBD7DD}"/>
          </ac:spMkLst>
        </pc:spChg>
      </pc:sldChg>
      <pc:sldChg chg="addSp delSp modSp new">
        <pc:chgData name="Schwartz, Natalie C" userId="S::ncschwartz@uiowa.edu::e113c6aa-38e6-4b56-bab0-d036d2189220" providerId="AD" clId="Web-{1E623848-AC56-2804-0E2F-003D90BC9F60}" dt="2025-11-16T04:51:52.074" v="951" actId="20577"/>
        <pc:sldMkLst>
          <pc:docMk/>
          <pc:sldMk cId="2432854876" sldId="363"/>
        </pc:sldMkLst>
        <pc:spChg chg="del">
          <ac:chgData name="Schwartz, Natalie C" userId="S::ncschwartz@uiowa.edu::e113c6aa-38e6-4b56-bab0-d036d2189220" providerId="AD" clId="Web-{1E623848-AC56-2804-0E2F-003D90BC9F60}" dt="2025-11-16T04:46:15.161" v="656"/>
          <ac:spMkLst>
            <pc:docMk/>
            <pc:sldMk cId="2432854876" sldId="363"/>
            <ac:spMk id="2" creationId="{8DA3E073-45DD-611D-5A3D-A6AD72488519}"/>
          </ac:spMkLst>
        </pc:spChg>
        <pc:spChg chg="mod">
          <ac:chgData name="Schwartz, Natalie C" userId="S::ncschwartz@uiowa.edu::e113c6aa-38e6-4b56-bab0-d036d2189220" providerId="AD" clId="Web-{1E623848-AC56-2804-0E2F-003D90BC9F60}" dt="2025-11-16T04:50:59.402" v="918" actId="20577"/>
          <ac:spMkLst>
            <pc:docMk/>
            <pc:sldMk cId="2432854876" sldId="363"/>
            <ac:spMk id="3" creationId="{A266B825-6B7E-63EC-795D-C1097CE875E7}"/>
          </ac:spMkLst>
        </pc:spChg>
        <pc:spChg chg="add del">
          <ac:chgData name="Schwartz, Natalie C" userId="S::ncschwartz@uiowa.edu::e113c6aa-38e6-4b56-bab0-d036d2189220" providerId="AD" clId="Web-{1E623848-AC56-2804-0E2F-003D90BC9F60}" dt="2025-11-16T04:46:25.051" v="658"/>
          <ac:spMkLst>
            <pc:docMk/>
            <pc:sldMk cId="2432854876" sldId="363"/>
            <ac:spMk id="4" creationId="{F39391E2-678D-A6A7-E5A2-94A31BD709D1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4:51:52.074" v="951" actId="20577"/>
          <ac:spMkLst>
            <pc:docMk/>
            <pc:sldMk cId="2432854876" sldId="363"/>
            <ac:spMk id="5" creationId="{A4E8F2DB-C7DA-024E-8656-A0CB860B3950}"/>
          </ac:spMkLst>
        </pc:spChg>
      </pc:sldChg>
      <pc:sldChg chg="modSp new del">
        <pc:chgData name="Schwartz, Natalie C" userId="S::ncschwartz@uiowa.edu::e113c6aa-38e6-4b56-bab0-d036d2189220" providerId="AD" clId="Web-{1E623848-AC56-2804-0E2F-003D90BC9F60}" dt="2025-11-16T04:42:23.386" v="533"/>
        <pc:sldMkLst>
          <pc:docMk/>
          <pc:sldMk cId="1934584239" sldId="364"/>
        </pc:sldMkLst>
        <pc:spChg chg="mod">
          <ac:chgData name="Schwartz, Natalie C" userId="S::ncschwartz@uiowa.edu::e113c6aa-38e6-4b56-bab0-d036d2189220" providerId="AD" clId="Web-{1E623848-AC56-2804-0E2F-003D90BC9F60}" dt="2025-11-16T04:38:55.088" v="514" actId="14100"/>
          <ac:spMkLst>
            <pc:docMk/>
            <pc:sldMk cId="1934584239" sldId="364"/>
            <ac:spMk id="3" creationId="{723EFC55-42AF-307C-2ED0-C9F5D8B7EA53}"/>
          </ac:spMkLst>
        </pc:spChg>
      </pc:sldChg>
      <pc:sldChg chg="addSp delSp modSp new">
        <pc:chgData name="Schwartz, Natalie C" userId="S::ncschwartz@uiowa.edu::e113c6aa-38e6-4b56-bab0-d036d2189220" providerId="AD" clId="Web-{1E623848-AC56-2804-0E2F-003D90BC9F60}" dt="2025-11-16T05:07:34.680" v="1389" actId="20577"/>
        <pc:sldMkLst>
          <pc:docMk/>
          <pc:sldMk cId="1043541632" sldId="365"/>
        </pc:sldMkLst>
        <pc:spChg chg="del">
          <ac:chgData name="Schwartz, Natalie C" userId="S::ncschwartz@uiowa.edu::e113c6aa-38e6-4b56-bab0-d036d2189220" providerId="AD" clId="Web-{1E623848-AC56-2804-0E2F-003D90BC9F60}" dt="2025-11-16T05:03:54.866" v="1282"/>
          <ac:spMkLst>
            <pc:docMk/>
            <pc:sldMk cId="1043541632" sldId="365"/>
            <ac:spMk id="2" creationId="{13E0B47E-374A-54C7-6A56-34D1E613174B}"/>
          </ac:spMkLst>
        </pc:spChg>
        <pc:spChg chg="mod">
          <ac:chgData name="Schwartz, Natalie C" userId="S::ncschwartz@uiowa.edu::e113c6aa-38e6-4b56-bab0-d036d2189220" providerId="AD" clId="Web-{1E623848-AC56-2804-0E2F-003D90BC9F60}" dt="2025-11-16T04:39:13.323" v="532" actId="20577"/>
          <ac:spMkLst>
            <pc:docMk/>
            <pc:sldMk cId="1043541632" sldId="365"/>
            <ac:spMk id="3" creationId="{24A984FE-A60A-A62D-920A-82E4EE9716F4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5:07:34.680" v="1389" actId="20577"/>
          <ac:spMkLst>
            <pc:docMk/>
            <pc:sldMk cId="1043541632" sldId="365"/>
            <ac:spMk id="6" creationId="{4CE327DB-0C9B-75DB-D37C-19BA014C9A49}"/>
          </ac:spMkLst>
        </pc:spChg>
        <pc:picChg chg="add mod">
          <ac:chgData name="Schwartz, Natalie C" userId="S::ncschwartz@uiowa.edu::e113c6aa-38e6-4b56-bab0-d036d2189220" providerId="AD" clId="Web-{1E623848-AC56-2804-0E2F-003D90BC9F60}" dt="2025-11-16T05:04:41.225" v="1289" actId="1076"/>
          <ac:picMkLst>
            <pc:docMk/>
            <pc:sldMk cId="1043541632" sldId="365"/>
            <ac:picMk id="4" creationId="{6B48C39E-24B8-82B4-6145-80BF79CCCF64}"/>
          </ac:picMkLst>
        </pc:picChg>
        <pc:picChg chg="add mod">
          <ac:chgData name="Schwartz, Natalie C" userId="S::ncschwartz@uiowa.edu::e113c6aa-38e6-4b56-bab0-d036d2189220" providerId="AD" clId="Web-{1E623848-AC56-2804-0E2F-003D90BC9F60}" dt="2025-11-16T05:05:00.163" v="1292" actId="1076"/>
          <ac:picMkLst>
            <pc:docMk/>
            <pc:sldMk cId="1043541632" sldId="365"/>
            <ac:picMk id="5" creationId="{92294373-5071-337B-F712-61CFFEF6CBA7}"/>
          </ac:picMkLst>
        </pc:picChg>
      </pc:sldChg>
      <pc:sldChg chg="addSp delSp modSp new">
        <pc:chgData name="Schwartz, Natalie C" userId="S::ncschwartz@uiowa.edu::e113c6aa-38e6-4b56-bab0-d036d2189220" providerId="AD" clId="Web-{1E623848-AC56-2804-0E2F-003D90BC9F60}" dt="2025-11-16T05:00:35.817" v="1124" actId="1076"/>
        <pc:sldMkLst>
          <pc:docMk/>
          <pc:sldMk cId="1617693211" sldId="366"/>
        </pc:sldMkLst>
        <pc:spChg chg="del">
          <ac:chgData name="Schwartz, Natalie C" userId="S::ncschwartz@uiowa.edu::e113c6aa-38e6-4b56-bab0-d036d2189220" providerId="AD" clId="Web-{1E623848-AC56-2804-0E2F-003D90BC9F60}" dt="2025-11-16T04:59:08.629" v="1052"/>
          <ac:spMkLst>
            <pc:docMk/>
            <pc:sldMk cId="1617693211" sldId="366"/>
            <ac:spMk id="2" creationId="{76DBF1AD-ADA0-971F-699F-33369732146D}"/>
          </ac:spMkLst>
        </pc:spChg>
        <pc:spChg chg="mod">
          <ac:chgData name="Schwartz, Natalie C" userId="S::ncschwartz@uiowa.edu::e113c6aa-38e6-4b56-bab0-d036d2189220" providerId="AD" clId="Web-{1E623848-AC56-2804-0E2F-003D90BC9F60}" dt="2025-11-16T04:59:31.332" v="1074" actId="14100"/>
          <ac:spMkLst>
            <pc:docMk/>
            <pc:sldMk cId="1617693211" sldId="366"/>
            <ac:spMk id="3" creationId="{77A003EA-8355-F9D6-A8C5-6CBDD2D84E64}"/>
          </ac:spMkLst>
        </pc:spChg>
        <pc:spChg chg="add del">
          <ac:chgData name="Schwartz, Natalie C" userId="S::ncschwartz@uiowa.edu::e113c6aa-38e6-4b56-bab0-d036d2189220" providerId="AD" clId="Web-{1E623848-AC56-2804-0E2F-003D90BC9F60}" dt="2025-11-16T05:00:01.942" v="1085"/>
          <ac:spMkLst>
            <pc:docMk/>
            <pc:sldMk cId="1617693211" sldId="366"/>
            <ac:spMk id="4" creationId="{E0AE5FCA-273C-4B90-1AC0-F64F06985306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5:00:35.817" v="1124" actId="1076"/>
          <ac:spMkLst>
            <pc:docMk/>
            <pc:sldMk cId="1617693211" sldId="366"/>
            <ac:spMk id="5" creationId="{DC769973-F4A4-61D6-F04C-D3399AED9476}"/>
          </ac:spMkLst>
        </pc:spChg>
      </pc:sldChg>
      <pc:sldChg chg="addSp delSp modSp new">
        <pc:chgData name="Schwartz, Natalie C" userId="S::ncschwartz@uiowa.edu::e113c6aa-38e6-4b56-bab0-d036d2189220" providerId="AD" clId="Web-{1E623848-AC56-2804-0E2F-003D90BC9F60}" dt="2025-11-16T04:54:29.969" v="1035" actId="20577"/>
        <pc:sldMkLst>
          <pc:docMk/>
          <pc:sldMk cId="890391038" sldId="367"/>
        </pc:sldMkLst>
        <pc:spChg chg="del">
          <ac:chgData name="Schwartz, Natalie C" userId="S::ncschwartz@uiowa.edu::e113c6aa-38e6-4b56-bab0-d036d2189220" providerId="AD" clId="Web-{1E623848-AC56-2804-0E2F-003D90BC9F60}" dt="2025-11-16T04:51:59.761" v="958"/>
          <ac:spMkLst>
            <pc:docMk/>
            <pc:sldMk cId="890391038" sldId="367"/>
            <ac:spMk id="2" creationId="{A0C5B1AA-6EC3-FA8A-44C8-9C7F05F65E14}"/>
          </ac:spMkLst>
        </pc:spChg>
        <pc:spChg chg="mod">
          <ac:chgData name="Schwartz, Natalie C" userId="S::ncschwartz@uiowa.edu::e113c6aa-38e6-4b56-bab0-d036d2189220" providerId="AD" clId="Web-{1E623848-AC56-2804-0E2F-003D90BC9F60}" dt="2025-11-16T04:51:58.511" v="957" actId="20577"/>
          <ac:spMkLst>
            <pc:docMk/>
            <pc:sldMk cId="890391038" sldId="367"/>
            <ac:spMk id="3" creationId="{DE414E04-8C9F-D45E-DA87-A310B8915A21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4:54:29.969" v="1035" actId="20577"/>
          <ac:spMkLst>
            <pc:docMk/>
            <pc:sldMk cId="890391038" sldId="367"/>
            <ac:spMk id="4" creationId="{EBF46A83-2DB4-F41C-F08F-6713B83E4D44}"/>
          </ac:spMkLst>
        </pc:spChg>
      </pc:sldChg>
      <pc:sldChg chg="addSp delSp modSp new">
        <pc:chgData name="Schwartz, Natalie C" userId="S::ncschwartz@uiowa.edu::e113c6aa-38e6-4b56-bab0-d036d2189220" providerId="AD" clId="Web-{1E623848-AC56-2804-0E2F-003D90BC9F60}" dt="2025-11-16T05:01:34.287" v="1217" actId="20577"/>
        <pc:sldMkLst>
          <pc:docMk/>
          <pc:sldMk cId="2010020537" sldId="369"/>
        </pc:sldMkLst>
        <pc:spChg chg="del">
          <ac:chgData name="Schwartz, Natalie C" userId="S::ncschwartz@uiowa.edu::e113c6aa-38e6-4b56-bab0-d036d2189220" providerId="AD" clId="Web-{1E623848-AC56-2804-0E2F-003D90BC9F60}" dt="2025-11-16T05:00:39.739" v="1125"/>
          <ac:spMkLst>
            <pc:docMk/>
            <pc:sldMk cId="2010020537" sldId="369"/>
            <ac:spMk id="2" creationId="{B767C804-9918-D438-BCA4-D777876E3C40}"/>
          </ac:spMkLst>
        </pc:spChg>
        <pc:spChg chg="mod">
          <ac:chgData name="Schwartz, Natalie C" userId="S::ncschwartz@uiowa.edu::e113c6aa-38e6-4b56-bab0-d036d2189220" providerId="AD" clId="Web-{1E623848-AC56-2804-0E2F-003D90BC9F60}" dt="2025-11-16T04:59:56.082" v="1083" actId="20577"/>
          <ac:spMkLst>
            <pc:docMk/>
            <pc:sldMk cId="2010020537" sldId="369"/>
            <ac:spMk id="3" creationId="{1F8FE05F-246E-D23C-099B-50E5404DF2FA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5:00:48.786" v="1127"/>
          <ac:spMkLst>
            <pc:docMk/>
            <pc:sldMk cId="2010020537" sldId="369"/>
            <ac:spMk id="4" creationId="{BF6C8BAC-1067-1406-B691-028F6AC9E8D9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5:00:55.474" v="1131" actId="20577"/>
          <ac:spMkLst>
            <pc:docMk/>
            <pc:sldMk cId="2010020537" sldId="369"/>
            <ac:spMk id="5" creationId="{720CA605-0675-6B92-CFF2-84C0BF66CF85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5:01:00.115" v="1133"/>
          <ac:spMkLst>
            <pc:docMk/>
            <pc:sldMk cId="2010020537" sldId="369"/>
            <ac:spMk id="6" creationId="{C3A6BF43-5904-6610-30E5-60890A0A3DA3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5:01:34.287" v="1217" actId="20577"/>
          <ac:spMkLst>
            <pc:docMk/>
            <pc:sldMk cId="2010020537" sldId="369"/>
            <ac:spMk id="7" creationId="{A6B73A21-B7AE-A06E-ECEC-0A92F0C4E159}"/>
          </ac:spMkLst>
        </pc:spChg>
      </pc:sldChg>
      <pc:sldChg chg="addSp delSp modSp new">
        <pc:chgData name="Schwartz, Natalie C" userId="S::ncschwartz@uiowa.edu::e113c6aa-38e6-4b56-bab0-d036d2189220" providerId="AD" clId="Web-{1E623848-AC56-2804-0E2F-003D90BC9F60}" dt="2025-11-16T05:02:18.741" v="1270" actId="1076"/>
        <pc:sldMkLst>
          <pc:docMk/>
          <pc:sldMk cId="1411489083" sldId="370"/>
        </pc:sldMkLst>
        <pc:spChg chg="del">
          <ac:chgData name="Schwartz, Natalie C" userId="S::ncschwartz@uiowa.edu::e113c6aa-38e6-4b56-bab0-d036d2189220" providerId="AD" clId="Web-{1E623848-AC56-2804-0E2F-003D90BC9F60}" dt="2025-11-16T05:01:42.787" v="1224"/>
          <ac:spMkLst>
            <pc:docMk/>
            <pc:sldMk cId="1411489083" sldId="370"/>
            <ac:spMk id="2" creationId="{BC7DAE03-9A59-FDD2-C68E-798F36C7930B}"/>
          </ac:spMkLst>
        </pc:spChg>
        <pc:spChg chg="mod">
          <ac:chgData name="Schwartz, Natalie C" userId="S::ncschwartz@uiowa.edu::e113c6aa-38e6-4b56-bab0-d036d2189220" providerId="AD" clId="Web-{1E623848-AC56-2804-0E2F-003D90BC9F60}" dt="2025-11-16T05:01:41.709" v="1223" actId="20577"/>
          <ac:spMkLst>
            <pc:docMk/>
            <pc:sldMk cId="1411489083" sldId="370"/>
            <ac:spMk id="3" creationId="{F264B91F-39E5-1F97-2BE8-A1C1F3105A74}"/>
          </ac:spMkLst>
        </pc:spChg>
        <pc:spChg chg="add mod">
          <ac:chgData name="Schwartz, Natalie C" userId="S::ncschwartz@uiowa.edu::e113c6aa-38e6-4b56-bab0-d036d2189220" providerId="AD" clId="Web-{1E623848-AC56-2804-0E2F-003D90BC9F60}" dt="2025-11-16T05:02:18.741" v="1270" actId="1076"/>
          <ac:spMkLst>
            <pc:docMk/>
            <pc:sldMk cId="1411489083" sldId="370"/>
            <ac:spMk id="4" creationId="{BE49A8BE-922B-4412-40A8-28F2948F1375}"/>
          </ac:spMkLst>
        </pc:spChg>
      </pc:sldChg>
      <pc:sldChg chg="modSp new">
        <pc:chgData name="Schwartz, Natalie C" userId="S::ncschwartz@uiowa.edu::e113c6aa-38e6-4b56-bab0-d036d2189220" providerId="AD" clId="Web-{1E623848-AC56-2804-0E2F-003D90BC9F60}" dt="2025-11-16T05:02:45.834" v="1281" actId="20577"/>
        <pc:sldMkLst>
          <pc:docMk/>
          <pc:sldMk cId="1541753600" sldId="371"/>
        </pc:sldMkLst>
        <pc:spChg chg="mod">
          <ac:chgData name="Schwartz, Natalie C" userId="S::ncschwartz@uiowa.edu::e113c6aa-38e6-4b56-bab0-d036d2189220" providerId="AD" clId="Web-{1E623848-AC56-2804-0E2F-003D90BC9F60}" dt="2025-11-16T05:02:45.834" v="1281" actId="20577"/>
          <ac:spMkLst>
            <pc:docMk/>
            <pc:sldMk cId="1541753600" sldId="371"/>
            <ac:spMk id="3" creationId="{CA1889A8-1C0E-FB80-8952-6B4DAAC95CE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2F7459-9C2B-41A1-A637-F37E6CA49E68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3927DE-53DE-4433-A201-D842AFBCD26D}">
      <dgm:prSet/>
      <dgm:spPr/>
      <dgm:t>
        <a:bodyPr/>
        <a:lstStyle/>
        <a:p>
          <a:r>
            <a:rPr lang="en-US"/>
            <a:t>Vehicle Data</a:t>
          </a:r>
        </a:p>
      </dgm:t>
    </dgm:pt>
    <dgm:pt modelId="{3F6F3C53-95AB-43B1-896F-2F9C91C8B8D3}" type="parTrans" cxnId="{84BEAD23-0330-419C-A3D9-91B462333B2D}">
      <dgm:prSet/>
      <dgm:spPr/>
      <dgm:t>
        <a:bodyPr/>
        <a:lstStyle/>
        <a:p>
          <a:endParaRPr lang="en-US"/>
        </a:p>
      </dgm:t>
    </dgm:pt>
    <dgm:pt modelId="{F1683140-1071-4693-8F85-7BEB03B4D242}" type="sibTrans" cxnId="{84BEAD23-0330-419C-A3D9-91B462333B2D}">
      <dgm:prSet/>
      <dgm:spPr/>
      <dgm:t>
        <a:bodyPr/>
        <a:lstStyle/>
        <a:p>
          <a:endParaRPr lang="en-US"/>
        </a:p>
      </dgm:t>
    </dgm:pt>
    <dgm:pt modelId="{7BD5F244-32A7-48F5-91A8-053A329CA57D}">
      <dgm:prSet/>
      <dgm:spPr/>
      <dgm:t>
        <a:bodyPr/>
        <a:lstStyle/>
        <a:p>
          <a:r>
            <a:rPr lang="en-US" b="0" i="0" baseline="0"/>
            <a:t>Train tree-based model</a:t>
          </a:r>
          <a:endParaRPr lang="en-US"/>
        </a:p>
      </dgm:t>
    </dgm:pt>
    <dgm:pt modelId="{AD4B3965-4CFB-4E45-B6F2-D3290575DBF0}" type="parTrans" cxnId="{A25B3969-3AE4-40A7-9E2C-D8E81AC3434E}">
      <dgm:prSet/>
      <dgm:spPr/>
      <dgm:t>
        <a:bodyPr/>
        <a:lstStyle/>
        <a:p>
          <a:endParaRPr lang="en-US"/>
        </a:p>
      </dgm:t>
    </dgm:pt>
    <dgm:pt modelId="{1C192B18-FA6B-4AB7-B5E0-C7AFE55C41AB}" type="sibTrans" cxnId="{A25B3969-3AE4-40A7-9E2C-D8E81AC3434E}">
      <dgm:prSet/>
      <dgm:spPr/>
      <dgm:t>
        <a:bodyPr/>
        <a:lstStyle/>
        <a:p>
          <a:endParaRPr lang="en-US"/>
        </a:p>
      </dgm:t>
    </dgm:pt>
    <dgm:pt modelId="{5279A95D-24C2-4509-A5F0-E999A61DFFCB}">
      <dgm:prSet/>
      <dgm:spPr/>
      <dgm:t>
        <a:bodyPr/>
        <a:lstStyle/>
        <a:p>
          <a:r>
            <a:rPr lang="en-US" b="0" i="0" baseline="0"/>
            <a:t>Compute variable importance</a:t>
          </a:r>
          <a:endParaRPr lang="en-US"/>
        </a:p>
      </dgm:t>
    </dgm:pt>
    <dgm:pt modelId="{590111FB-00A0-428C-981B-DEC5A694790B}" type="parTrans" cxnId="{6AC95AA2-17AD-4A9E-81CF-5C098A19CF02}">
      <dgm:prSet/>
      <dgm:spPr/>
      <dgm:t>
        <a:bodyPr/>
        <a:lstStyle/>
        <a:p>
          <a:endParaRPr lang="en-US"/>
        </a:p>
      </dgm:t>
    </dgm:pt>
    <dgm:pt modelId="{EC96160B-C0CC-4869-831E-8B97D5CE9443}" type="sibTrans" cxnId="{6AC95AA2-17AD-4A9E-81CF-5C098A19CF02}">
      <dgm:prSet/>
      <dgm:spPr/>
      <dgm:t>
        <a:bodyPr/>
        <a:lstStyle/>
        <a:p>
          <a:endParaRPr lang="en-US"/>
        </a:p>
      </dgm:t>
    </dgm:pt>
    <dgm:pt modelId="{64A8D3F2-AAEC-47AB-B6FA-33DC82F3A477}">
      <dgm:prSet/>
      <dgm:spPr/>
      <dgm:t>
        <a:bodyPr/>
        <a:lstStyle/>
        <a:p>
          <a:r>
            <a:rPr lang="en-US" b="0" i="0" baseline="0"/>
            <a:t>Drop low-importance variables</a:t>
          </a:r>
          <a:endParaRPr lang="en-US"/>
        </a:p>
      </dgm:t>
    </dgm:pt>
    <dgm:pt modelId="{2E2E7D06-A416-4D11-8916-8A17BB2EEB20}" type="parTrans" cxnId="{E4546359-B6D7-487F-BD20-9C71C9F4D365}">
      <dgm:prSet/>
      <dgm:spPr/>
      <dgm:t>
        <a:bodyPr/>
        <a:lstStyle/>
        <a:p>
          <a:endParaRPr lang="en-US"/>
        </a:p>
      </dgm:t>
    </dgm:pt>
    <dgm:pt modelId="{D90F69BD-E35F-4279-846D-9F860FEFCC26}" type="sibTrans" cxnId="{E4546359-B6D7-487F-BD20-9C71C9F4D365}">
      <dgm:prSet/>
      <dgm:spPr/>
      <dgm:t>
        <a:bodyPr/>
        <a:lstStyle/>
        <a:p>
          <a:endParaRPr lang="en-US"/>
        </a:p>
      </dgm:t>
    </dgm:pt>
    <dgm:pt modelId="{B6848AF6-C857-422E-83CA-BBA5D0B9B4E9}">
      <dgm:prSet/>
      <dgm:spPr/>
      <dgm:t>
        <a:bodyPr/>
        <a:lstStyle/>
        <a:p>
          <a:r>
            <a:rPr lang="en-US"/>
            <a:t>Demographic Data</a:t>
          </a:r>
        </a:p>
      </dgm:t>
    </dgm:pt>
    <dgm:pt modelId="{406536FB-5C72-4F9B-97DD-9FD402414CBE}" type="parTrans" cxnId="{3197562F-EA8A-4BAB-8F19-EC172F3216B7}">
      <dgm:prSet/>
      <dgm:spPr/>
      <dgm:t>
        <a:bodyPr/>
        <a:lstStyle/>
        <a:p>
          <a:endParaRPr lang="en-US"/>
        </a:p>
      </dgm:t>
    </dgm:pt>
    <dgm:pt modelId="{93D44309-AC7B-4BDC-B8EC-28B6C22CD96A}" type="sibTrans" cxnId="{3197562F-EA8A-4BAB-8F19-EC172F3216B7}">
      <dgm:prSet/>
      <dgm:spPr/>
      <dgm:t>
        <a:bodyPr/>
        <a:lstStyle/>
        <a:p>
          <a:endParaRPr lang="en-US"/>
        </a:p>
      </dgm:t>
    </dgm:pt>
    <dgm:pt modelId="{FDB43BD6-B73B-469D-8A5E-D020E1ECAE6F}">
      <dgm:prSet/>
      <dgm:spPr/>
      <dgm:t>
        <a:bodyPr/>
        <a:lstStyle/>
        <a:p>
          <a:r>
            <a:rPr lang="en-US" b="0" i="0" baseline="0"/>
            <a:t>Retrain combined model</a:t>
          </a:r>
          <a:endParaRPr lang="en-US"/>
        </a:p>
      </dgm:t>
    </dgm:pt>
    <dgm:pt modelId="{C6ABE559-8D74-4FD1-9A9A-49786A3D1FBC}" type="parTrans" cxnId="{CDCCD7A9-A8F7-4E3D-9BB3-9DD5CBEF120F}">
      <dgm:prSet/>
      <dgm:spPr/>
      <dgm:t>
        <a:bodyPr/>
        <a:lstStyle/>
        <a:p>
          <a:endParaRPr lang="en-US"/>
        </a:p>
      </dgm:t>
    </dgm:pt>
    <dgm:pt modelId="{1D80E73B-0B2A-42A1-BA05-3688AC1FBA08}" type="sibTrans" cxnId="{CDCCD7A9-A8F7-4E3D-9BB3-9DD5CBEF120F}">
      <dgm:prSet/>
      <dgm:spPr/>
      <dgm:t>
        <a:bodyPr/>
        <a:lstStyle/>
        <a:p>
          <a:endParaRPr lang="en-US"/>
        </a:p>
      </dgm:t>
    </dgm:pt>
    <dgm:pt modelId="{257B3492-BCFE-43DA-ADE3-E2DFE18BEF0C}">
      <dgm:prSet/>
      <dgm:spPr/>
      <dgm:t>
        <a:bodyPr/>
        <a:lstStyle/>
        <a:p>
          <a:r>
            <a:rPr lang="en-US" b="0" i="0" baseline="0"/>
            <a:t>Recalculate importance</a:t>
          </a:r>
          <a:endParaRPr lang="en-US"/>
        </a:p>
      </dgm:t>
    </dgm:pt>
    <dgm:pt modelId="{4DCD09CD-961F-48F3-831C-8B55C3EB227F}" type="parTrans" cxnId="{E28E8EFA-295C-4DE1-9E57-6A54538F60A5}">
      <dgm:prSet/>
      <dgm:spPr/>
      <dgm:t>
        <a:bodyPr/>
        <a:lstStyle/>
        <a:p>
          <a:endParaRPr lang="en-US"/>
        </a:p>
      </dgm:t>
    </dgm:pt>
    <dgm:pt modelId="{B0AEE93F-B717-410E-9812-168ECB13D8A2}" type="sibTrans" cxnId="{E28E8EFA-295C-4DE1-9E57-6A54538F60A5}">
      <dgm:prSet/>
      <dgm:spPr/>
      <dgm:t>
        <a:bodyPr/>
        <a:lstStyle/>
        <a:p>
          <a:endParaRPr lang="en-US"/>
        </a:p>
      </dgm:t>
    </dgm:pt>
    <dgm:pt modelId="{5CBC190E-B244-4DFB-8033-BC4580B0243B}">
      <dgm:prSet/>
      <dgm:spPr/>
      <dgm:t>
        <a:bodyPr/>
        <a:lstStyle/>
        <a:p>
          <a:r>
            <a:rPr lang="en-US" b="0" i="0" baseline="0"/>
            <a:t>Drop weakest predictors</a:t>
          </a:r>
          <a:endParaRPr lang="en-US"/>
        </a:p>
      </dgm:t>
    </dgm:pt>
    <dgm:pt modelId="{8CF03CFA-DC00-45BA-AFA1-9BFA921D785D}" type="parTrans" cxnId="{8A4348D8-F53E-41E4-8755-F1CE7DB6FE63}">
      <dgm:prSet/>
      <dgm:spPr/>
      <dgm:t>
        <a:bodyPr/>
        <a:lstStyle/>
        <a:p>
          <a:endParaRPr lang="en-US"/>
        </a:p>
      </dgm:t>
    </dgm:pt>
    <dgm:pt modelId="{00F61B2D-B929-43C8-9199-6DB89BFE92CD}" type="sibTrans" cxnId="{8A4348D8-F53E-41E4-8755-F1CE7DB6FE63}">
      <dgm:prSet/>
      <dgm:spPr/>
      <dgm:t>
        <a:bodyPr/>
        <a:lstStyle/>
        <a:p>
          <a:endParaRPr lang="en-US"/>
        </a:p>
      </dgm:t>
    </dgm:pt>
    <dgm:pt modelId="{29F70DB0-F68C-444E-AA88-A037C30A78F1}">
      <dgm:prSet/>
      <dgm:spPr/>
      <dgm:t>
        <a:bodyPr/>
        <a:lstStyle/>
        <a:p>
          <a:r>
            <a:rPr lang="en-US" b="0" i="0" baseline="0"/>
            <a:t>Driving Behavior Data </a:t>
          </a:r>
          <a:endParaRPr lang="en-US"/>
        </a:p>
      </dgm:t>
    </dgm:pt>
    <dgm:pt modelId="{05334D4F-E0EB-41F9-B8E1-5C9F83A0F427}" type="parTrans" cxnId="{FC8C1AE7-659A-4766-8044-A398E979866C}">
      <dgm:prSet/>
      <dgm:spPr/>
      <dgm:t>
        <a:bodyPr/>
        <a:lstStyle/>
        <a:p>
          <a:endParaRPr lang="en-US"/>
        </a:p>
      </dgm:t>
    </dgm:pt>
    <dgm:pt modelId="{8E3C1746-5765-498D-B060-357594E81258}" type="sibTrans" cxnId="{FC8C1AE7-659A-4766-8044-A398E979866C}">
      <dgm:prSet/>
      <dgm:spPr/>
      <dgm:t>
        <a:bodyPr/>
        <a:lstStyle/>
        <a:p>
          <a:endParaRPr lang="en-US"/>
        </a:p>
      </dgm:t>
    </dgm:pt>
    <dgm:pt modelId="{32B02882-9395-496B-B188-4C265ECAFEB5}">
      <dgm:prSet/>
      <dgm:spPr/>
      <dgm:t>
        <a:bodyPr/>
        <a:lstStyle/>
        <a:p>
          <a:r>
            <a:rPr lang="en-US" b="0" i="0" baseline="0"/>
            <a:t>Retrain combined model</a:t>
          </a:r>
          <a:endParaRPr lang="en-US"/>
        </a:p>
      </dgm:t>
    </dgm:pt>
    <dgm:pt modelId="{35E6FF62-3F37-4AAD-81AE-0859F131FA07}" type="parTrans" cxnId="{4AFF3E82-2A1F-44CD-B654-AABB8055A28A}">
      <dgm:prSet/>
      <dgm:spPr/>
      <dgm:t>
        <a:bodyPr/>
        <a:lstStyle/>
        <a:p>
          <a:endParaRPr lang="en-US"/>
        </a:p>
      </dgm:t>
    </dgm:pt>
    <dgm:pt modelId="{1838DE08-4688-45CF-B105-5A1B27160063}" type="sibTrans" cxnId="{4AFF3E82-2A1F-44CD-B654-AABB8055A28A}">
      <dgm:prSet/>
      <dgm:spPr/>
      <dgm:t>
        <a:bodyPr/>
        <a:lstStyle/>
        <a:p>
          <a:endParaRPr lang="en-US"/>
        </a:p>
      </dgm:t>
    </dgm:pt>
    <dgm:pt modelId="{2EE08565-C388-4BDE-89A8-9E344866D856}">
      <dgm:prSet/>
      <dgm:spPr/>
      <dgm:t>
        <a:bodyPr/>
        <a:lstStyle/>
        <a:p>
          <a:pPr algn="l"/>
          <a:endParaRPr lang="en-US"/>
        </a:p>
      </dgm:t>
    </dgm:pt>
    <dgm:pt modelId="{64B5569C-721F-4A4F-B0C8-8427A921A17B}" type="parTrans" cxnId="{89D3F75C-26D3-4A51-A9A4-2F9E7929D15A}">
      <dgm:prSet/>
      <dgm:spPr/>
      <dgm:t>
        <a:bodyPr/>
        <a:lstStyle/>
        <a:p>
          <a:endParaRPr lang="en-US"/>
        </a:p>
      </dgm:t>
    </dgm:pt>
    <dgm:pt modelId="{8CB564AA-BDA6-492C-A3F6-01C40098274B}" type="sibTrans" cxnId="{89D3F75C-26D3-4A51-A9A4-2F9E7929D15A}">
      <dgm:prSet/>
      <dgm:spPr/>
      <dgm:t>
        <a:bodyPr/>
        <a:lstStyle/>
        <a:p>
          <a:endParaRPr lang="en-US"/>
        </a:p>
      </dgm:t>
    </dgm:pt>
    <dgm:pt modelId="{3EFE06BF-383E-4FD9-A9F2-8913C59D8943}">
      <dgm:prSet/>
      <dgm:spPr/>
      <dgm:t>
        <a:bodyPr/>
        <a:lstStyle/>
        <a:p>
          <a:r>
            <a:rPr lang="en-US" b="0" i="0" baseline="0"/>
            <a:t>Recalculate importance</a:t>
          </a:r>
          <a:endParaRPr lang="en-US"/>
        </a:p>
      </dgm:t>
    </dgm:pt>
    <dgm:pt modelId="{13270729-E4DB-4F9E-B3AD-92A6CD1E7257}" type="parTrans" cxnId="{3C7E5284-01AF-4858-A9BF-6020C85D3E0D}">
      <dgm:prSet/>
      <dgm:spPr/>
      <dgm:t>
        <a:bodyPr/>
        <a:lstStyle/>
        <a:p>
          <a:endParaRPr lang="en-US"/>
        </a:p>
      </dgm:t>
    </dgm:pt>
    <dgm:pt modelId="{C394F5EF-420F-4781-B2CF-97F2CB4EA98E}" type="sibTrans" cxnId="{3C7E5284-01AF-4858-A9BF-6020C85D3E0D}">
      <dgm:prSet/>
      <dgm:spPr/>
      <dgm:t>
        <a:bodyPr/>
        <a:lstStyle/>
        <a:p>
          <a:endParaRPr lang="en-US"/>
        </a:p>
      </dgm:t>
    </dgm:pt>
    <dgm:pt modelId="{7C20A482-EE09-4B36-A979-040335E12409}">
      <dgm:prSet/>
      <dgm:spPr/>
      <dgm:t>
        <a:bodyPr/>
        <a:lstStyle/>
        <a:p>
          <a:r>
            <a:rPr lang="en-US" b="0" i="0" baseline="0"/>
            <a:t>Drop weakest predictors</a:t>
          </a:r>
          <a:endParaRPr lang="en-US"/>
        </a:p>
      </dgm:t>
    </dgm:pt>
    <dgm:pt modelId="{20C67D58-43F2-46EE-A14E-CBD8D99BFE60}" type="parTrans" cxnId="{0E10B957-3EEC-4710-80D2-8350CFECD392}">
      <dgm:prSet/>
      <dgm:spPr/>
      <dgm:t>
        <a:bodyPr/>
        <a:lstStyle/>
        <a:p>
          <a:endParaRPr lang="en-US"/>
        </a:p>
      </dgm:t>
    </dgm:pt>
    <dgm:pt modelId="{FF525CD3-2943-408B-A1CC-1ED3D9231F4B}" type="sibTrans" cxnId="{0E10B957-3EEC-4710-80D2-8350CFECD392}">
      <dgm:prSet/>
      <dgm:spPr/>
      <dgm:t>
        <a:bodyPr/>
        <a:lstStyle/>
        <a:p>
          <a:endParaRPr lang="en-US"/>
        </a:p>
      </dgm:t>
    </dgm:pt>
    <dgm:pt modelId="{307C7899-409D-438C-BD63-A8771E538973}">
      <dgm:prSet/>
      <dgm:spPr/>
      <dgm:t>
        <a:bodyPr/>
        <a:lstStyle/>
        <a:p>
          <a:endParaRPr lang="en-US"/>
        </a:p>
      </dgm:t>
    </dgm:pt>
    <dgm:pt modelId="{9850210C-19F8-4258-9EE4-37CE6249A42B}" type="parTrans" cxnId="{C9618852-9A39-448E-97A0-592EA21D134F}">
      <dgm:prSet/>
      <dgm:spPr/>
      <dgm:t>
        <a:bodyPr/>
        <a:lstStyle/>
        <a:p>
          <a:endParaRPr lang="en-US"/>
        </a:p>
      </dgm:t>
    </dgm:pt>
    <dgm:pt modelId="{F2F9F1AE-B62C-47F3-8C79-FE282BB76161}" type="sibTrans" cxnId="{C9618852-9A39-448E-97A0-592EA21D134F}">
      <dgm:prSet/>
      <dgm:spPr/>
      <dgm:t>
        <a:bodyPr/>
        <a:lstStyle/>
        <a:p>
          <a:endParaRPr lang="en-US"/>
        </a:p>
      </dgm:t>
    </dgm:pt>
    <dgm:pt modelId="{0592211C-569D-4B23-9CA8-6514F6EB2D0D}" type="pres">
      <dgm:prSet presAssocID="{C92F7459-9C2B-41A1-A637-F37E6CA49E68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DD37C153-02F0-4DE4-A99F-F185306E8B49}" type="pres">
      <dgm:prSet presAssocID="{C92F7459-9C2B-41A1-A637-F37E6CA49E68}" presName="outerBox" presStyleCnt="0"/>
      <dgm:spPr/>
    </dgm:pt>
    <dgm:pt modelId="{29D79268-6335-42BD-BE68-1C8100B21DF1}" type="pres">
      <dgm:prSet presAssocID="{C92F7459-9C2B-41A1-A637-F37E6CA49E68}" presName="outerBoxParent" presStyleLbl="node1" presStyleIdx="0" presStyleCnt="3" custLinFactNeighborX="17131" custLinFactNeighborY="-18405"/>
      <dgm:spPr/>
    </dgm:pt>
    <dgm:pt modelId="{FEDEC93F-0765-48DE-BD38-52FA3A0EDB20}" type="pres">
      <dgm:prSet presAssocID="{C92F7459-9C2B-41A1-A637-F37E6CA49E68}" presName="outerBoxChildren" presStyleCnt="0"/>
      <dgm:spPr/>
    </dgm:pt>
    <dgm:pt modelId="{45042EFA-071F-4C9B-8607-CE17D0B0D2B2}" type="pres">
      <dgm:prSet presAssocID="{7BD5F244-32A7-48F5-91A8-053A329CA57D}" presName="oChild" presStyleLbl="fgAcc1" presStyleIdx="0" presStyleCnt="9">
        <dgm:presLayoutVars>
          <dgm:bulletEnabled val="1"/>
        </dgm:presLayoutVars>
      </dgm:prSet>
      <dgm:spPr/>
    </dgm:pt>
    <dgm:pt modelId="{C4C367B9-2562-4948-96D9-B38953F613C3}" type="pres">
      <dgm:prSet presAssocID="{1C192B18-FA6B-4AB7-B5E0-C7AFE55C41AB}" presName="outerSibTrans" presStyleCnt="0"/>
      <dgm:spPr/>
    </dgm:pt>
    <dgm:pt modelId="{E0D733FB-7EDD-484B-BD51-C8E8FD0225C4}" type="pres">
      <dgm:prSet presAssocID="{5279A95D-24C2-4509-A5F0-E999A61DFFCB}" presName="oChild" presStyleLbl="fgAcc1" presStyleIdx="1" presStyleCnt="9">
        <dgm:presLayoutVars>
          <dgm:bulletEnabled val="1"/>
        </dgm:presLayoutVars>
      </dgm:prSet>
      <dgm:spPr/>
    </dgm:pt>
    <dgm:pt modelId="{528283C5-0B32-4325-AE2B-713DE9107DD0}" type="pres">
      <dgm:prSet presAssocID="{EC96160B-C0CC-4869-831E-8B97D5CE9443}" presName="outerSibTrans" presStyleCnt="0"/>
      <dgm:spPr/>
    </dgm:pt>
    <dgm:pt modelId="{0F4299E4-2F3C-4E9B-8411-BA820671798D}" type="pres">
      <dgm:prSet presAssocID="{64A8D3F2-AAEC-47AB-B6FA-33DC82F3A477}" presName="oChild" presStyleLbl="fgAcc1" presStyleIdx="2" presStyleCnt="9">
        <dgm:presLayoutVars>
          <dgm:bulletEnabled val="1"/>
        </dgm:presLayoutVars>
      </dgm:prSet>
      <dgm:spPr/>
    </dgm:pt>
    <dgm:pt modelId="{246ABE36-7F7A-4359-B4C2-79E483E28E4F}" type="pres">
      <dgm:prSet presAssocID="{C92F7459-9C2B-41A1-A637-F37E6CA49E68}" presName="middleBox" presStyleCnt="0"/>
      <dgm:spPr/>
    </dgm:pt>
    <dgm:pt modelId="{A2F685EE-7AB3-4038-BF1E-D9E01A15E1D1}" type="pres">
      <dgm:prSet presAssocID="{C92F7459-9C2B-41A1-A637-F37E6CA49E68}" presName="middleBoxParent" presStyleLbl="node1" presStyleIdx="1" presStyleCnt="3"/>
      <dgm:spPr/>
    </dgm:pt>
    <dgm:pt modelId="{D9DD2762-BB29-4284-8351-3E7198C79A79}" type="pres">
      <dgm:prSet presAssocID="{C92F7459-9C2B-41A1-A637-F37E6CA49E68}" presName="middleBoxChildren" presStyleCnt="0"/>
      <dgm:spPr/>
    </dgm:pt>
    <dgm:pt modelId="{AE245F40-87CF-4136-9237-EFD20E41C21C}" type="pres">
      <dgm:prSet presAssocID="{FDB43BD6-B73B-469D-8A5E-D020E1ECAE6F}" presName="mChild" presStyleLbl="fgAcc1" presStyleIdx="3" presStyleCnt="9">
        <dgm:presLayoutVars>
          <dgm:bulletEnabled val="1"/>
        </dgm:presLayoutVars>
      </dgm:prSet>
      <dgm:spPr/>
    </dgm:pt>
    <dgm:pt modelId="{60D33C5A-525A-4570-BC67-E3D0E3BB1C41}" type="pres">
      <dgm:prSet presAssocID="{1D80E73B-0B2A-42A1-BA05-3688AC1FBA08}" presName="middleSibTrans" presStyleCnt="0"/>
      <dgm:spPr/>
    </dgm:pt>
    <dgm:pt modelId="{2C6C85A2-9384-463A-8B0A-D436C3056D70}" type="pres">
      <dgm:prSet presAssocID="{257B3492-BCFE-43DA-ADE3-E2DFE18BEF0C}" presName="mChild" presStyleLbl="fgAcc1" presStyleIdx="4" presStyleCnt="9">
        <dgm:presLayoutVars>
          <dgm:bulletEnabled val="1"/>
        </dgm:presLayoutVars>
      </dgm:prSet>
      <dgm:spPr/>
    </dgm:pt>
    <dgm:pt modelId="{1D797ABD-5173-4F84-9207-4C729825C877}" type="pres">
      <dgm:prSet presAssocID="{B0AEE93F-B717-410E-9812-168ECB13D8A2}" presName="middleSibTrans" presStyleCnt="0"/>
      <dgm:spPr/>
    </dgm:pt>
    <dgm:pt modelId="{EF653E03-6920-41B0-A31E-E9AC1EEEB296}" type="pres">
      <dgm:prSet presAssocID="{5CBC190E-B244-4DFB-8033-BC4580B0243B}" presName="mChild" presStyleLbl="fgAcc1" presStyleIdx="5" presStyleCnt="9">
        <dgm:presLayoutVars>
          <dgm:bulletEnabled val="1"/>
        </dgm:presLayoutVars>
      </dgm:prSet>
      <dgm:spPr/>
    </dgm:pt>
    <dgm:pt modelId="{FF9183E4-459B-49D3-83F2-0E64F3FDEF27}" type="pres">
      <dgm:prSet presAssocID="{C92F7459-9C2B-41A1-A637-F37E6CA49E68}" presName="centerBox" presStyleCnt="0"/>
      <dgm:spPr/>
    </dgm:pt>
    <dgm:pt modelId="{C5AACFC8-AF5F-4962-8F7A-035A27041FC5}" type="pres">
      <dgm:prSet presAssocID="{C92F7459-9C2B-41A1-A637-F37E6CA49E68}" presName="centerBoxParent" presStyleLbl="node1" presStyleIdx="2" presStyleCnt="3"/>
      <dgm:spPr/>
    </dgm:pt>
    <dgm:pt modelId="{91DF8DE6-F497-4275-B494-6693899B9522}" type="pres">
      <dgm:prSet presAssocID="{C92F7459-9C2B-41A1-A637-F37E6CA49E68}" presName="centerBoxChildren" presStyleCnt="0"/>
      <dgm:spPr/>
    </dgm:pt>
    <dgm:pt modelId="{96FF90C9-7BA3-4453-B061-87C00BDA6B49}" type="pres">
      <dgm:prSet presAssocID="{32B02882-9395-496B-B188-4C265ECAFEB5}" presName="cChild" presStyleLbl="fgAcc1" presStyleIdx="6" presStyleCnt="9">
        <dgm:presLayoutVars>
          <dgm:bulletEnabled val="1"/>
        </dgm:presLayoutVars>
      </dgm:prSet>
      <dgm:spPr/>
    </dgm:pt>
    <dgm:pt modelId="{38F7FAEE-6CD9-4849-B6A4-372E6E7C92AB}" type="pres">
      <dgm:prSet presAssocID="{1838DE08-4688-45CF-B105-5A1B27160063}" presName="centerSibTrans" presStyleCnt="0"/>
      <dgm:spPr/>
    </dgm:pt>
    <dgm:pt modelId="{EC810033-DD46-40B9-965D-E62A957F7547}" type="pres">
      <dgm:prSet presAssocID="{3EFE06BF-383E-4FD9-A9F2-8913C59D8943}" presName="cChild" presStyleLbl="fgAcc1" presStyleIdx="7" presStyleCnt="9">
        <dgm:presLayoutVars>
          <dgm:bulletEnabled val="1"/>
        </dgm:presLayoutVars>
      </dgm:prSet>
      <dgm:spPr/>
    </dgm:pt>
    <dgm:pt modelId="{476E304C-3CDC-4535-8D78-4BCF0EFE030B}" type="pres">
      <dgm:prSet presAssocID="{C394F5EF-420F-4781-B2CF-97F2CB4EA98E}" presName="centerSibTrans" presStyleCnt="0"/>
      <dgm:spPr/>
    </dgm:pt>
    <dgm:pt modelId="{B7D551F3-63A0-41BB-A47C-AE72D5C01ABD}" type="pres">
      <dgm:prSet presAssocID="{7C20A482-EE09-4B36-A979-040335E12409}" presName="cChild" presStyleLbl="fgAcc1" presStyleIdx="8" presStyleCnt="9">
        <dgm:presLayoutVars>
          <dgm:bulletEnabled val="1"/>
        </dgm:presLayoutVars>
      </dgm:prSet>
      <dgm:spPr/>
    </dgm:pt>
  </dgm:ptLst>
  <dgm:cxnLst>
    <dgm:cxn modelId="{095DE005-82FF-48D2-B31B-5B6B7AEE6BC0}" type="presOf" srcId="{FA3927DE-53DE-4433-A201-D842AFBCD26D}" destId="{29D79268-6335-42BD-BE68-1C8100B21DF1}" srcOrd="0" destOrd="0" presId="urn:microsoft.com/office/officeart/2005/8/layout/target2"/>
    <dgm:cxn modelId="{56CEB20D-63AE-4384-A8E7-6CF4032C3DB3}" type="presOf" srcId="{B6848AF6-C857-422E-83CA-BBA5D0B9B4E9}" destId="{A2F685EE-7AB3-4038-BF1E-D9E01A15E1D1}" srcOrd="0" destOrd="0" presId="urn:microsoft.com/office/officeart/2005/8/layout/target2"/>
    <dgm:cxn modelId="{72A0A51F-DC2A-47CE-9F96-2EEFBB5C4B15}" type="presOf" srcId="{29F70DB0-F68C-444E-AA88-A037C30A78F1}" destId="{C5AACFC8-AF5F-4962-8F7A-035A27041FC5}" srcOrd="0" destOrd="0" presId="urn:microsoft.com/office/officeart/2005/8/layout/target2"/>
    <dgm:cxn modelId="{84BEAD23-0330-419C-A3D9-91B462333B2D}" srcId="{C92F7459-9C2B-41A1-A637-F37E6CA49E68}" destId="{FA3927DE-53DE-4433-A201-D842AFBCD26D}" srcOrd="0" destOrd="0" parTransId="{3F6F3C53-95AB-43B1-896F-2F9C91C8B8D3}" sibTransId="{F1683140-1071-4693-8F85-7BEB03B4D242}"/>
    <dgm:cxn modelId="{15B7352D-9F83-4923-A2D3-660272D63483}" type="presOf" srcId="{5CBC190E-B244-4DFB-8033-BC4580B0243B}" destId="{EF653E03-6920-41B0-A31E-E9AC1EEEB296}" srcOrd="0" destOrd="0" presId="urn:microsoft.com/office/officeart/2005/8/layout/target2"/>
    <dgm:cxn modelId="{3197562F-EA8A-4BAB-8F19-EC172F3216B7}" srcId="{C92F7459-9C2B-41A1-A637-F37E6CA49E68}" destId="{B6848AF6-C857-422E-83CA-BBA5D0B9B4E9}" srcOrd="1" destOrd="0" parTransId="{406536FB-5C72-4F9B-97DD-9FD402414CBE}" sibTransId="{93D44309-AC7B-4BDC-B8EC-28B6C22CD96A}"/>
    <dgm:cxn modelId="{A6359C3B-1F3E-44A1-B42C-09E173B9C445}" type="presOf" srcId="{7BD5F244-32A7-48F5-91A8-053A329CA57D}" destId="{45042EFA-071F-4C9B-8607-CE17D0B0D2B2}" srcOrd="0" destOrd="0" presId="urn:microsoft.com/office/officeart/2005/8/layout/target2"/>
    <dgm:cxn modelId="{AE293740-D7BE-46A4-A226-0566B8D19F29}" type="presOf" srcId="{5279A95D-24C2-4509-A5F0-E999A61DFFCB}" destId="{E0D733FB-7EDD-484B-BD51-C8E8FD0225C4}" srcOrd="0" destOrd="0" presId="urn:microsoft.com/office/officeart/2005/8/layout/target2"/>
    <dgm:cxn modelId="{89D3F75C-26D3-4A51-A9A4-2F9E7929D15A}" srcId="{C92F7459-9C2B-41A1-A637-F37E6CA49E68}" destId="{2EE08565-C388-4BDE-89A8-9E344866D856}" srcOrd="4" destOrd="0" parTransId="{64B5569C-721F-4A4F-B0C8-8427A921A17B}" sibTransId="{8CB564AA-BDA6-492C-A3F6-01C40098274B}"/>
    <dgm:cxn modelId="{5A828D42-BA4A-4BB5-AD0F-81BF44226BB8}" type="presOf" srcId="{257B3492-BCFE-43DA-ADE3-E2DFE18BEF0C}" destId="{2C6C85A2-9384-463A-8B0A-D436C3056D70}" srcOrd="0" destOrd="0" presId="urn:microsoft.com/office/officeart/2005/8/layout/target2"/>
    <dgm:cxn modelId="{2073E747-7AEB-49ED-8CA9-51391FE663D9}" type="presOf" srcId="{C92F7459-9C2B-41A1-A637-F37E6CA49E68}" destId="{0592211C-569D-4B23-9CA8-6514F6EB2D0D}" srcOrd="0" destOrd="0" presId="urn:microsoft.com/office/officeart/2005/8/layout/target2"/>
    <dgm:cxn modelId="{78D52649-0D5E-4A0F-8802-BDA08E326E5D}" type="presOf" srcId="{32B02882-9395-496B-B188-4C265ECAFEB5}" destId="{96FF90C9-7BA3-4453-B061-87C00BDA6B49}" srcOrd="0" destOrd="0" presId="urn:microsoft.com/office/officeart/2005/8/layout/target2"/>
    <dgm:cxn modelId="{A25B3969-3AE4-40A7-9E2C-D8E81AC3434E}" srcId="{FA3927DE-53DE-4433-A201-D842AFBCD26D}" destId="{7BD5F244-32A7-48F5-91A8-053A329CA57D}" srcOrd="0" destOrd="0" parTransId="{AD4B3965-4CFB-4E45-B6F2-D3290575DBF0}" sibTransId="{1C192B18-FA6B-4AB7-B5E0-C7AFE55C41AB}"/>
    <dgm:cxn modelId="{C9618852-9A39-448E-97A0-592EA21D134F}" srcId="{C92F7459-9C2B-41A1-A637-F37E6CA49E68}" destId="{307C7899-409D-438C-BD63-A8771E538973}" srcOrd="3" destOrd="0" parTransId="{9850210C-19F8-4258-9EE4-37CE6249A42B}" sibTransId="{F2F9F1AE-B62C-47F3-8C79-FE282BB76161}"/>
    <dgm:cxn modelId="{EF07BE73-B892-4979-BE2D-7AFEFFB7589A}" type="presOf" srcId="{64A8D3F2-AAEC-47AB-B6FA-33DC82F3A477}" destId="{0F4299E4-2F3C-4E9B-8411-BA820671798D}" srcOrd="0" destOrd="0" presId="urn:microsoft.com/office/officeart/2005/8/layout/target2"/>
    <dgm:cxn modelId="{0E10B957-3EEC-4710-80D2-8350CFECD392}" srcId="{29F70DB0-F68C-444E-AA88-A037C30A78F1}" destId="{7C20A482-EE09-4B36-A979-040335E12409}" srcOrd="2" destOrd="0" parTransId="{20C67D58-43F2-46EE-A14E-CBD8D99BFE60}" sibTransId="{FF525CD3-2943-408B-A1CC-1ED3D9231F4B}"/>
    <dgm:cxn modelId="{E4546359-B6D7-487F-BD20-9C71C9F4D365}" srcId="{FA3927DE-53DE-4433-A201-D842AFBCD26D}" destId="{64A8D3F2-AAEC-47AB-B6FA-33DC82F3A477}" srcOrd="2" destOrd="0" parTransId="{2E2E7D06-A416-4D11-8916-8A17BB2EEB20}" sibTransId="{D90F69BD-E35F-4279-846D-9F860FEFCC26}"/>
    <dgm:cxn modelId="{39D7DF7D-4FC6-411C-91C5-EEADF912BAA9}" type="presOf" srcId="{3EFE06BF-383E-4FD9-A9F2-8913C59D8943}" destId="{EC810033-DD46-40B9-965D-E62A957F7547}" srcOrd="0" destOrd="0" presId="urn:microsoft.com/office/officeart/2005/8/layout/target2"/>
    <dgm:cxn modelId="{4AFF3E82-2A1F-44CD-B654-AABB8055A28A}" srcId="{29F70DB0-F68C-444E-AA88-A037C30A78F1}" destId="{32B02882-9395-496B-B188-4C265ECAFEB5}" srcOrd="0" destOrd="0" parTransId="{35E6FF62-3F37-4AAD-81AE-0859F131FA07}" sibTransId="{1838DE08-4688-45CF-B105-5A1B27160063}"/>
    <dgm:cxn modelId="{3C7E5284-01AF-4858-A9BF-6020C85D3E0D}" srcId="{29F70DB0-F68C-444E-AA88-A037C30A78F1}" destId="{3EFE06BF-383E-4FD9-A9F2-8913C59D8943}" srcOrd="1" destOrd="0" parTransId="{13270729-E4DB-4F9E-B3AD-92A6CD1E7257}" sibTransId="{C394F5EF-420F-4781-B2CF-97F2CB4EA98E}"/>
    <dgm:cxn modelId="{6AC95AA2-17AD-4A9E-81CF-5C098A19CF02}" srcId="{FA3927DE-53DE-4433-A201-D842AFBCD26D}" destId="{5279A95D-24C2-4509-A5F0-E999A61DFFCB}" srcOrd="1" destOrd="0" parTransId="{590111FB-00A0-428C-981B-DEC5A694790B}" sibTransId="{EC96160B-C0CC-4869-831E-8B97D5CE9443}"/>
    <dgm:cxn modelId="{CDCCD7A9-A8F7-4E3D-9BB3-9DD5CBEF120F}" srcId="{B6848AF6-C857-422E-83CA-BBA5D0B9B4E9}" destId="{FDB43BD6-B73B-469D-8A5E-D020E1ECAE6F}" srcOrd="0" destOrd="0" parTransId="{C6ABE559-8D74-4FD1-9A9A-49786A3D1FBC}" sibTransId="{1D80E73B-0B2A-42A1-BA05-3688AC1FBA08}"/>
    <dgm:cxn modelId="{4EA751D3-44A2-431D-9F1A-C82D58EC0037}" type="presOf" srcId="{7C20A482-EE09-4B36-A979-040335E12409}" destId="{B7D551F3-63A0-41BB-A47C-AE72D5C01ABD}" srcOrd="0" destOrd="0" presId="urn:microsoft.com/office/officeart/2005/8/layout/target2"/>
    <dgm:cxn modelId="{8A4348D8-F53E-41E4-8755-F1CE7DB6FE63}" srcId="{B6848AF6-C857-422E-83CA-BBA5D0B9B4E9}" destId="{5CBC190E-B244-4DFB-8033-BC4580B0243B}" srcOrd="2" destOrd="0" parTransId="{8CF03CFA-DC00-45BA-AFA1-9BFA921D785D}" sibTransId="{00F61B2D-B929-43C8-9199-6DB89BFE92CD}"/>
    <dgm:cxn modelId="{8524B1DB-C6C5-42BE-9930-CA8939AB101A}" type="presOf" srcId="{FDB43BD6-B73B-469D-8A5E-D020E1ECAE6F}" destId="{AE245F40-87CF-4136-9237-EFD20E41C21C}" srcOrd="0" destOrd="0" presId="urn:microsoft.com/office/officeart/2005/8/layout/target2"/>
    <dgm:cxn modelId="{FC8C1AE7-659A-4766-8044-A398E979866C}" srcId="{C92F7459-9C2B-41A1-A637-F37E6CA49E68}" destId="{29F70DB0-F68C-444E-AA88-A037C30A78F1}" srcOrd="2" destOrd="0" parTransId="{05334D4F-E0EB-41F9-B8E1-5C9F83A0F427}" sibTransId="{8E3C1746-5765-498D-B060-357594E81258}"/>
    <dgm:cxn modelId="{E28E8EFA-295C-4DE1-9E57-6A54538F60A5}" srcId="{B6848AF6-C857-422E-83CA-BBA5D0B9B4E9}" destId="{257B3492-BCFE-43DA-ADE3-E2DFE18BEF0C}" srcOrd="1" destOrd="0" parTransId="{4DCD09CD-961F-48F3-831C-8B55C3EB227F}" sibTransId="{B0AEE93F-B717-410E-9812-168ECB13D8A2}"/>
    <dgm:cxn modelId="{8BE5E0D6-6120-4E03-AE02-196A6127B15C}" type="presParOf" srcId="{0592211C-569D-4B23-9CA8-6514F6EB2D0D}" destId="{DD37C153-02F0-4DE4-A99F-F185306E8B49}" srcOrd="0" destOrd="0" presId="urn:microsoft.com/office/officeart/2005/8/layout/target2"/>
    <dgm:cxn modelId="{E6A410F9-24E5-47CE-82C1-657A89A86E4B}" type="presParOf" srcId="{DD37C153-02F0-4DE4-A99F-F185306E8B49}" destId="{29D79268-6335-42BD-BE68-1C8100B21DF1}" srcOrd="0" destOrd="0" presId="urn:microsoft.com/office/officeart/2005/8/layout/target2"/>
    <dgm:cxn modelId="{8130FEA3-BA4F-4157-A7F9-DB4DC4703ABD}" type="presParOf" srcId="{DD37C153-02F0-4DE4-A99F-F185306E8B49}" destId="{FEDEC93F-0765-48DE-BD38-52FA3A0EDB20}" srcOrd="1" destOrd="0" presId="urn:microsoft.com/office/officeart/2005/8/layout/target2"/>
    <dgm:cxn modelId="{BFF222BA-3C9F-4565-AE73-48C444B6AD8D}" type="presParOf" srcId="{FEDEC93F-0765-48DE-BD38-52FA3A0EDB20}" destId="{45042EFA-071F-4C9B-8607-CE17D0B0D2B2}" srcOrd="0" destOrd="0" presId="urn:microsoft.com/office/officeart/2005/8/layout/target2"/>
    <dgm:cxn modelId="{E7A7D7B8-6E9A-492F-81DC-D6753A05E907}" type="presParOf" srcId="{FEDEC93F-0765-48DE-BD38-52FA3A0EDB20}" destId="{C4C367B9-2562-4948-96D9-B38953F613C3}" srcOrd="1" destOrd="0" presId="urn:microsoft.com/office/officeart/2005/8/layout/target2"/>
    <dgm:cxn modelId="{F49BBC37-FE8C-4360-A69A-28EEB7722780}" type="presParOf" srcId="{FEDEC93F-0765-48DE-BD38-52FA3A0EDB20}" destId="{E0D733FB-7EDD-484B-BD51-C8E8FD0225C4}" srcOrd="2" destOrd="0" presId="urn:microsoft.com/office/officeart/2005/8/layout/target2"/>
    <dgm:cxn modelId="{2E17B34B-F108-4E07-95C5-3C7E70AC4962}" type="presParOf" srcId="{FEDEC93F-0765-48DE-BD38-52FA3A0EDB20}" destId="{528283C5-0B32-4325-AE2B-713DE9107DD0}" srcOrd="3" destOrd="0" presId="urn:microsoft.com/office/officeart/2005/8/layout/target2"/>
    <dgm:cxn modelId="{0E389222-01F4-4E95-86A8-9A6B51E8B71A}" type="presParOf" srcId="{FEDEC93F-0765-48DE-BD38-52FA3A0EDB20}" destId="{0F4299E4-2F3C-4E9B-8411-BA820671798D}" srcOrd="4" destOrd="0" presId="urn:microsoft.com/office/officeart/2005/8/layout/target2"/>
    <dgm:cxn modelId="{AFEE4F2C-6A79-46A7-8036-4220FD21B474}" type="presParOf" srcId="{0592211C-569D-4B23-9CA8-6514F6EB2D0D}" destId="{246ABE36-7F7A-4359-B4C2-79E483E28E4F}" srcOrd="1" destOrd="0" presId="urn:microsoft.com/office/officeart/2005/8/layout/target2"/>
    <dgm:cxn modelId="{69F2F5B0-DCAA-4144-9798-157FFFA6A80D}" type="presParOf" srcId="{246ABE36-7F7A-4359-B4C2-79E483E28E4F}" destId="{A2F685EE-7AB3-4038-BF1E-D9E01A15E1D1}" srcOrd="0" destOrd="0" presId="urn:microsoft.com/office/officeart/2005/8/layout/target2"/>
    <dgm:cxn modelId="{B1C2B42B-1366-45EE-BF87-2CD443AF91D3}" type="presParOf" srcId="{246ABE36-7F7A-4359-B4C2-79E483E28E4F}" destId="{D9DD2762-BB29-4284-8351-3E7198C79A79}" srcOrd="1" destOrd="0" presId="urn:microsoft.com/office/officeart/2005/8/layout/target2"/>
    <dgm:cxn modelId="{DAF8AD3E-8214-400A-9ABC-1A9709DDF144}" type="presParOf" srcId="{D9DD2762-BB29-4284-8351-3E7198C79A79}" destId="{AE245F40-87CF-4136-9237-EFD20E41C21C}" srcOrd="0" destOrd="0" presId="urn:microsoft.com/office/officeart/2005/8/layout/target2"/>
    <dgm:cxn modelId="{B14E4A17-8A6A-458A-89DA-2933E8AC3D8B}" type="presParOf" srcId="{D9DD2762-BB29-4284-8351-3E7198C79A79}" destId="{60D33C5A-525A-4570-BC67-E3D0E3BB1C41}" srcOrd="1" destOrd="0" presId="urn:microsoft.com/office/officeart/2005/8/layout/target2"/>
    <dgm:cxn modelId="{A17381E1-DC47-4B82-9A53-D59237B597C7}" type="presParOf" srcId="{D9DD2762-BB29-4284-8351-3E7198C79A79}" destId="{2C6C85A2-9384-463A-8B0A-D436C3056D70}" srcOrd="2" destOrd="0" presId="urn:microsoft.com/office/officeart/2005/8/layout/target2"/>
    <dgm:cxn modelId="{5862395F-7435-4810-A28D-6D5FD4C1E8E7}" type="presParOf" srcId="{D9DD2762-BB29-4284-8351-3E7198C79A79}" destId="{1D797ABD-5173-4F84-9207-4C729825C877}" srcOrd="3" destOrd="0" presId="urn:microsoft.com/office/officeart/2005/8/layout/target2"/>
    <dgm:cxn modelId="{ADC3CDE4-8A85-48E0-805A-41440FA78D2A}" type="presParOf" srcId="{D9DD2762-BB29-4284-8351-3E7198C79A79}" destId="{EF653E03-6920-41B0-A31E-E9AC1EEEB296}" srcOrd="4" destOrd="0" presId="urn:microsoft.com/office/officeart/2005/8/layout/target2"/>
    <dgm:cxn modelId="{0155719C-901F-4721-BF86-7DE501511E8A}" type="presParOf" srcId="{0592211C-569D-4B23-9CA8-6514F6EB2D0D}" destId="{FF9183E4-459B-49D3-83F2-0E64F3FDEF27}" srcOrd="2" destOrd="0" presId="urn:microsoft.com/office/officeart/2005/8/layout/target2"/>
    <dgm:cxn modelId="{91312240-80D9-4A97-A6E6-FC00692AB75B}" type="presParOf" srcId="{FF9183E4-459B-49D3-83F2-0E64F3FDEF27}" destId="{C5AACFC8-AF5F-4962-8F7A-035A27041FC5}" srcOrd="0" destOrd="0" presId="urn:microsoft.com/office/officeart/2005/8/layout/target2"/>
    <dgm:cxn modelId="{B8CF481D-0D06-4BAB-A227-9A5E8B578439}" type="presParOf" srcId="{FF9183E4-459B-49D3-83F2-0E64F3FDEF27}" destId="{91DF8DE6-F497-4275-B494-6693899B9522}" srcOrd="1" destOrd="0" presId="urn:microsoft.com/office/officeart/2005/8/layout/target2"/>
    <dgm:cxn modelId="{8D39B1FF-A138-4863-87E5-1E5A2E0B4F81}" type="presParOf" srcId="{91DF8DE6-F497-4275-B494-6693899B9522}" destId="{96FF90C9-7BA3-4453-B061-87C00BDA6B49}" srcOrd="0" destOrd="0" presId="urn:microsoft.com/office/officeart/2005/8/layout/target2"/>
    <dgm:cxn modelId="{E30D3B09-5EC4-4BC5-973A-B387F7BF0807}" type="presParOf" srcId="{91DF8DE6-F497-4275-B494-6693899B9522}" destId="{38F7FAEE-6CD9-4849-B6A4-372E6E7C92AB}" srcOrd="1" destOrd="0" presId="urn:microsoft.com/office/officeart/2005/8/layout/target2"/>
    <dgm:cxn modelId="{ECAD55F9-7041-47B3-A349-16AF5BD46359}" type="presParOf" srcId="{91DF8DE6-F497-4275-B494-6693899B9522}" destId="{EC810033-DD46-40B9-965D-E62A957F7547}" srcOrd="2" destOrd="0" presId="urn:microsoft.com/office/officeart/2005/8/layout/target2"/>
    <dgm:cxn modelId="{644A1871-BDC3-457E-BA75-5C6BDBF350A0}" type="presParOf" srcId="{91DF8DE6-F497-4275-B494-6693899B9522}" destId="{476E304C-3CDC-4535-8D78-4BCF0EFE030B}" srcOrd="3" destOrd="0" presId="urn:microsoft.com/office/officeart/2005/8/layout/target2"/>
    <dgm:cxn modelId="{3F99044F-F45A-485C-8444-5652B677630B}" type="presParOf" srcId="{91DF8DE6-F497-4275-B494-6693899B9522}" destId="{B7D551F3-63A0-41BB-A47C-AE72D5C01ABD}" srcOrd="4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AF9ECD-7386-4039-A329-6BE8AB90AD2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65CB7D-156B-4F61-8CC2-61FC985D87C1}">
      <dgm:prSet phldrT="[Text]" custT="1"/>
      <dgm:spPr/>
      <dgm:t>
        <a:bodyPr/>
        <a:lstStyle/>
        <a:p>
          <a:pPr>
            <a:buNone/>
          </a:pPr>
          <a:r>
            <a:rPr lang="en-US" sz="1600" b="1">
              <a:solidFill>
                <a:schemeClr val="bg1"/>
              </a:solidFill>
            </a:rPr>
            <a:t>Built Base Model</a:t>
          </a:r>
        </a:p>
      </dgm:t>
    </dgm:pt>
    <dgm:pt modelId="{E095E5F2-FAAF-4A9B-AB13-81CC3B3A6C6D}" type="parTrans" cxnId="{620517E3-FE6A-4505-871C-D14BF146B43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002D17C-2CF7-4735-B0C8-BD52438AEB5B}" type="sibTrans" cxnId="{620517E3-FE6A-4505-871C-D14BF146B43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6B7FE7-FECE-4902-9A9C-6C1A7BAFE442}">
      <dgm:prSet phldrT="[Text]" phldr="0" custT="1"/>
      <dgm:spPr/>
      <dgm:t>
        <a:bodyPr/>
        <a:lstStyle/>
        <a:p>
          <a:pPr>
            <a:buNone/>
          </a:pPr>
          <a:r>
            <a:rPr lang="en-US" sz="1400" b="1" kern="1200">
              <a:solidFill>
                <a:schemeClr val="bg1"/>
              </a:solidFill>
            </a:rPr>
            <a:t>Hyperparameter Tuning of Tree-Based model</a:t>
          </a:r>
        </a:p>
      </dgm:t>
    </dgm:pt>
    <dgm:pt modelId="{0F91B638-8048-418A-9AC1-5D09C0549C56}" type="parTrans" cxnId="{99713DC2-B223-4023-8323-571D97536F7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2E8EBA7-C82C-4203-808D-AA84A607A1AA}" type="sibTrans" cxnId="{99713DC2-B223-4023-8323-571D97536F76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D9BCB82-EA46-44C1-82D6-D8610BA1932D}">
      <dgm:prSet phldrT="[Text]" custT="1"/>
      <dgm:spPr/>
      <dgm:t>
        <a:bodyPr/>
        <a:lstStyle/>
        <a:p>
          <a:pPr>
            <a:buNone/>
          </a:pPr>
          <a:r>
            <a:rPr lang="en-US" sz="1600" b="1" err="1">
              <a:solidFill>
                <a:schemeClr val="bg1"/>
              </a:solidFill>
            </a:rPr>
            <a:t>TabPFN</a:t>
          </a:r>
          <a:r>
            <a:rPr lang="en-US" sz="1600" b="1">
              <a:solidFill>
                <a:schemeClr val="bg1"/>
              </a:solidFill>
            </a:rPr>
            <a:t> </a:t>
          </a:r>
        </a:p>
      </dgm:t>
    </dgm:pt>
    <dgm:pt modelId="{571C6A23-24BB-475F-A80A-509236DABF9C}" type="parTrans" cxnId="{0198BC07-1282-4917-B480-89E2CF5EFFB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E7DDBED-5C0A-4D58-A5B6-972B7264AEA5}" type="sibTrans" cxnId="{0198BC07-1282-4917-B480-89E2CF5EFFBB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8BFABC4-3EBB-4AA9-AA62-ECEA594BB51C}">
      <dgm:prSet phldrT="[Text]" phldr="0" custT="1"/>
      <dgm:spPr/>
      <dgm:t>
        <a:bodyPr/>
        <a:lstStyle/>
        <a:p>
          <a:pPr>
            <a:buNone/>
          </a:pPr>
          <a:r>
            <a:rPr lang="en-US" sz="1600" b="1">
              <a:solidFill>
                <a:schemeClr val="bg1"/>
              </a:solidFill>
            </a:rPr>
            <a:t>Composite Poisson-Gamma Model</a:t>
          </a:r>
        </a:p>
      </dgm:t>
    </dgm:pt>
    <dgm:pt modelId="{C13BE874-96A8-4EA9-B1B2-D4FAB5DAB52D}" type="parTrans" cxnId="{4BEFACE3-5520-4264-9AC2-A5C708D1B7C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DF7D738-1E9E-447E-B460-8E19A4E8EDFB}" type="sibTrans" cxnId="{4BEFACE3-5520-4264-9AC2-A5C708D1B7C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1C47695-4D79-4F42-9D3A-2D06EA78CEC8}">
      <dgm:prSet phldrT="[Text]" phldr="0"/>
      <dgm:spPr/>
      <dgm:t>
        <a:bodyPr/>
        <a:lstStyle/>
        <a:p>
          <a:r>
            <a:rPr lang="en-US" sz="1600" b="1">
              <a:solidFill>
                <a:schemeClr val="bg1"/>
              </a:solidFill>
            </a:rPr>
            <a:t>Model Comparisons and Conclusions</a:t>
          </a:r>
        </a:p>
      </dgm:t>
    </dgm:pt>
    <dgm:pt modelId="{051B08FE-77AB-41D2-AA6C-21D9C69D75C8}" type="parTrans" cxnId="{EC04DCE3-29CF-4378-BF7D-8118F9BFE11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FD12C34-89E6-4381-98B2-CFA36A376EFD}" type="sibTrans" cxnId="{EC04DCE3-29CF-4378-BF7D-8118F9BFE11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D1A568F-F497-4A14-A4F1-B774D4F3A13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>
              <a:solidFill>
                <a:schemeClr val="bg1"/>
              </a:solidFill>
            </a:rPr>
            <a:t>Constructed a Tweedie-based </a:t>
          </a:r>
          <a:r>
            <a:rPr lang="en-US" sz="1400" err="1">
              <a:solidFill>
                <a:schemeClr val="bg1"/>
              </a:solidFill>
            </a:rPr>
            <a:t>XGBoost</a:t>
          </a:r>
          <a:r>
            <a:rPr lang="en-US" sz="1400">
              <a:solidFill>
                <a:schemeClr val="bg1"/>
              </a:solidFill>
            </a:rPr>
            <a:t> model to predict </a:t>
          </a:r>
          <a:r>
            <a:rPr lang="en-US" sz="1400" i="0">
              <a:solidFill>
                <a:schemeClr val="bg1"/>
              </a:solidFill>
            </a:rPr>
            <a:t>claim cost per exposure.</a:t>
          </a:r>
        </a:p>
      </dgm:t>
    </dgm:pt>
    <dgm:pt modelId="{621A4B8B-EC1F-484C-80E5-E61205AEC40E}" type="parTrans" cxnId="{05937183-9D34-4E17-9619-48C6773D3F3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81DF098B-3A6D-4860-96EC-DA6C0456C463}" type="sibTrans" cxnId="{05937183-9D34-4E17-9619-48C6773D3F3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FC72694-A1BA-4472-81D2-E339C0DA277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>
              <a:solidFill>
                <a:schemeClr val="bg1"/>
              </a:solidFill>
            </a:rPr>
            <a:t>Generated predictions, evaluated performance (Top-Lift, Gini, RMSE, MAE, R²).</a:t>
          </a:r>
        </a:p>
      </dgm:t>
    </dgm:pt>
    <dgm:pt modelId="{6CB436B5-8D13-4730-8CE1-31892418A498}" type="parTrans" cxnId="{A5521329-B4DE-4F3D-ACBD-9DFB4DD56114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8C9CAF1-984D-4022-90D0-054AA6D35859}" type="sibTrans" cxnId="{A5521329-B4DE-4F3D-ACBD-9DFB4DD56114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5664B58-F873-4451-BD8E-5CBCC2E2E62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>
              <a:solidFill>
                <a:schemeClr val="bg1"/>
              </a:solidFill>
            </a:rPr>
            <a:t>Implemented </a:t>
          </a:r>
          <a:r>
            <a:rPr lang="en-US" sz="1400" err="1">
              <a:solidFill>
                <a:schemeClr val="bg1"/>
              </a:solidFill>
            </a:rPr>
            <a:t>TabPFNRegressor</a:t>
          </a:r>
          <a:r>
            <a:rPr lang="en-US" sz="1400">
              <a:solidFill>
                <a:schemeClr val="bg1"/>
              </a:solidFill>
            </a:rPr>
            <a:t> on a subsample (1,000 train / 500 </a:t>
          </a:r>
          <a:r>
            <a:rPr lang="en-US" sz="1400" err="1">
              <a:solidFill>
                <a:schemeClr val="bg1"/>
              </a:solidFill>
            </a:rPr>
            <a:t>val</a:t>
          </a:r>
          <a:r>
            <a:rPr lang="en-US" sz="1400">
              <a:solidFill>
                <a:schemeClr val="bg1"/>
              </a:solidFill>
            </a:rPr>
            <a:t>) due to CPU constraints.</a:t>
          </a:r>
        </a:p>
      </dgm:t>
    </dgm:pt>
    <dgm:pt modelId="{BA988BD8-655B-4564-B2D4-288A4BB5BEED}" type="parTrans" cxnId="{5388FE09-B969-4B40-8CA5-7F179228EEA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BB18626-4AE3-4F00-AF6B-66415E234906}" type="sibTrans" cxnId="{5388FE09-B969-4B40-8CA5-7F179228EEAD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0B5F4AC9-AE40-4C4C-AD38-F2D40928B33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>
              <a:solidFill>
                <a:schemeClr val="bg1"/>
              </a:solidFill>
            </a:rPr>
            <a:t>Evaluated model performance.</a:t>
          </a:r>
        </a:p>
      </dgm:t>
    </dgm:pt>
    <dgm:pt modelId="{54A71B1A-26DE-4D78-BB63-04EA132A8629}" type="parTrans" cxnId="{AA8161D9-E7E8-4F43-A7CA-005914276D0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F8D5CBFF-56F7-483D-A467-685B44CEA5CB}" type="sibTrans" cxnId="{AA8161D9-E7E8-4F43-A7CA-005914276D01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C139561-E912-41C1-BE6B-4957E0E5043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>
              <a:solidFill>
                <a:schemeClr val="bg1"/>
              </a:solidFill>
            </a:rPr>
            <a:t>Poisson regression for claim frequency</a:t>
          </a:r>
        </a:p>
      </dgm:t>
    </dgm:pt>
    <dgm:pt modelId="{36A5E3F1-814A-4A96-86DD-7ACBF354A3AB}" type="parTrans" cxnId="{86DC1FD7-BB03-449D-8006-36ADD6123F8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0EDA9C9-729D-4831-B7BE-0473E4D20FBE}" type="sibTrans" cxnId="{86DC1FD7-BB03-449D-8006-36ADD6123F8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C8F5435-36A4-46FC-8DE6-292DEF56848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>
              <a:solidFill>
                <a:schemeClr val="bg1"/>
              </a:solidFill>
            </a:rPr>
            <a:t>Gamma regression for claim severity (only on positive losses)</a:t>
          </a:r>
        </a:p>
      </dgm:t>
    </dgm:pt>
    <dgm:pt modelId="{18763653-0668-4754-AB5C-B1ED9988F3E6}" type="parTrans" cxnId="{21146607-B4A9-40E4-B4C9-3A17EFA2142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9FC762D-ECF0-4B04-8297-A5253DEE2BCC}" type="sibTrans" cxnId="{21146607-B4A9-40E4-B4C9-3A17EFA2142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278C30B-AE12-4D9D-B3E2-60CEBF9DE87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b="0">
              <a:solidFill>
                <a:schemeClr val="bg1"/>
              </a:solidFill>
            </a:rPr>
            <a:t>Combined frequency × severity to obtain total loss predictions.</a:t>
          </a:r>
        </a:p>
      </dgm:t>
    </dgm:pt>
    <dgm:pt modelId="{6DC6E914-CB96-42D9-93A3-B38993372696}" type="parTrans" cxnId="{81AC8183-5EC3-45B5-B778-5598C0E0558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1B6C2F9-660E-4F84-B85E-D6C892C5C484}" type="sibTrans" cxnId="{81AC8183-5EC3-45B5-B778-5598C0E0558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8DCDF8F-8764-42BF-BF25-89E4FF7C0D8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>
              <a:solidFill>
                <a:schemeClr val="bg1"/>
              </a:solidFill>
            </a:rPr>
            <a:t>Compared all models across validation metrics (RMSE, MAE, Gini, R², Top-Lift).</a:t>
          </a:r>
        </a:p>
      </dgm:t>
    </dgm:pt>
    <dgm:pt modelId="{29CBB68D-A68B-45F3-B395-5590B85D576F}" type="parTrans" cxnId="{DEE80045-DAC0-4372-A67E-75E6DB95ACD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80B7A3D-5035-4EDB-8BB4-DADD554C2BE3}" type="sibTrans" cxnId="{DEE80045-DAC0-4372-A67E-75E6DB95ACD9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5308F2A-121C-454A-BFF2-DBB6A83F86D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>
              <a:solidFill>
                <a:schemeClr val="bg1"/>
              </a:solidFill>
            </a:rPr>
            <a:t>Summarized strengths/weaknesses of Linear/GLM, Tree-based, Deep learning/</a:t>
          </a:r>
          <a:r>
            <a:rPr lang="en-US" sz="1300" err="1">
              <a:solidFill>
                <a:schemeClr val="bg1"/>
              </a:solidFill>
            </a:rPr>
            <a:t>TabPFN</a:t>
          </a:r>
          <a:r>
            <a:rPr lang="en-US" sz="1300">
              <a:solidFill>
                <a:schemeClr val="bg1"/>
              </a:solidFill>
            </a:rPr>
            <a:t> models</a:t>
          </a:r>
        </a:p>
      </dgm:t>
    </dgm:pt>
    <dgm:pt modelId="{26CAC691-4B1B-4B3B-B4D4-A35D02EEE349}" type="parTrans" cxnId="{DA1237C4-4821-4344-822C-10744F88505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F7AC279-B789-4E5E-9E12-EEB604932344}" type="sibTrans" cxnId="{DA1237C4-4821-4344-822C-10744F88505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D4A5E26B-0DE1-4EB0-BED2-5A71FB6281E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300">
              <a:solidFill>
                <a:schemeClr val="bg1"/>
              </a:solidFill>
            </a:rPr>
            <a:t>Identified where each model type is most</a:t>
          </a:r>
        </a:p>
      </dgm:t>
    </dgm:pt>
    <dgm:pt modelId="{FC98BF29-3A4D-42FF-9D1D-30E92F63838F}" type="parTrans" cxnId="{45628B0D-505E-4E83-A9C8-ACB49507C70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7BB303DA-E0DB-42CC-98D4-91E864DB67CB}" type="sibTrans" cxnId="{45628B0D-505E-4E83-A9C8-ACB49507C70E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4C2F5B0B-32CA-4A1C-8FD9-9A18291F049A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kern="1200">
              <a:solidFill>
                <a:schemeClr val="bg1"/>
              </a:solidFill>
            </a:rPr>
            <a:t>Tuned parameters in sequential blocks for interpretability and efficiency.</a:t>
          </a:r>
        </a:p>
      </dgm:t>
    </dgm:pt>
    <dgm:pt modelId="{AF43D5AE-3470-400A-9E98-FA42FF41E12C}" type="parTrans" cxnId="{0E2F3C19-04FE-4B6B-B1F4-27CF44A99B7A}">
      <dgm:prSet/>
      <dgm:spPr/>
      <dgm:t>
        <a:bodyPr/>
        <a:lstStyle/>
        <a:p>
          <a:endParaRPr lang="en-US"/>
        </a:p>
      </dgm:t>
    </dgm:pt>
    <dgm:pt modelId="{5986A040-E3CC-45BE-99D7-B6F2516EFE0E}" type="sibTrans" cxnId="{0E2F3C19-04FE-4B6B-B1F4-27CF44A99B7A}">
      <dgm:prSet/>
      <dgm:spPr/>
      <dgm:t>
        <a:bodyPr/>
        <a:lstStyle/>
        <a:p>
          <a:endParaRPr lang="en-US"/>
        </a:p>
      </dgm:t>
    </dgm:pt>
    <dgm:pt modelId="{4A995F5D-9AAD-470E-86FE-42945F8C879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kern="1200">
              <a:solidFill>
                <a:schemeClr val="bg1"/>
              </a:solidFill>
            </a:rPr>
            <a:t>Performed </a:t>
          </a:r>
          <a:r>
            <a:rPr lang="en-US" sz="1200" kern="1200" err="1">
              <a:solidFill>
                <a:srgbClr val="000000"/>
              </a:solidFill>
              <a:latin typeface="Arial Nova"/>
              <a:ea typeface="+mn-ea"/>
              <a:cs typeface="+mn-cs"/>
            </a:rPr>
            <a:t>XGBoost</a:t>
          </a:r>
          <a:r>
            <a:rPr lang="en-US" sz="1200" kern="1200">
              <a:solidFill>
                <a:srgbClr val="000000"/>
              </a:solidFill>
              <a:latin typeface="Arial Nova"/>
              <a:ea typeface="+mn-ea"/>
              <a:cs typeface="+mn-cs"/>
            </a:rPr>
            <a:t> CV for each </a:t>
          </a:r>
          <a:r>
            <a:rPr lang="en-US" sz="1200" kern="1200">
              <a:solidFill>
                <a:schemeClr val="bg1"/>
              </a:solidFill>
            </a:rPr>
            <a:t>grid and selected best combination by lowest RMSE.</a:t>
          </a:r>
        </a:p>
      </dgm:t>
    </dgm:pt>
    <dgm:pt modelId="{8B48E170-089F-45EE-9D13-A83D1D55C7A4}" type="parTrans" cxnId="{83D9C249-E5A8-41B3-A7AB-C85A0D26FDFB}">
      <dgm:prSet/>
      <dgm:spPr/>
      <dgm:t>
        <a:bodyPr/>
        <a:lstStyle/>
        <a:p>
          <a:endParaRPr lang="en-US"/>
        </a:p>
      </dgm:t>
    </dgm:pt>
    <dgm:pt modelId="{A567219B-CC72-4B98-AC3F-D16B9B2B5E23}" type="sibTrans" cxnId="{83D9C249-E5A8-41B3-A7AB-C85A0D26FDFB}">
      <dgm:prSet/>
      <dgm:spPr/>
      <dgm:t>
        <a:bodyPr/>
        <a:lstStyle/>
        <a:p>
          <a:endParaRPr lang="en-US"/>
        </a:p>
      </dgm:t>
    </dgm:pt>
    <dgm:pt modelId="{5E2597E6-36FE-4F03-929A-A2A071270E2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kern="1200">
              <a:solidFill>
                <a:schemeClr val="bg1"/>
              </a:solidFill>
            </a:rPr>
            <a:t>Trained a fully tuned model and re-evaluated using validation metrics</a:t>
          </a:r>
          <a:r>
            <a:rPr lang="en-US" sz="1000" kern="1200">
              <a:solidFill>
                <a:schemeClr val="bg1"/>
              </a:solidFill>
            </a:rPr>
            <a:t>.</a:t>
          </a:r>
        </a:p>
      </dgm:t>
    </dgm:pt>
    <dgm:pt modelId="{1953FC54-80DA-45D7-815F-A9097EF65FB5}" type="parTrans" cxnId="{9FC4CCBE-DD95-466F-92A8-D5E7A16035FD}">
      <dgm:prSet/>
      <dgm:spPr/>
      <dgm:t>
        <a:bodyPr/>
        <a:lstStyle/>
        <a:p>
          <a:endParaRPr lang="en-US"/>
        </a:p>
      </dgm:t>
    </dgm:pt>
    <dgm:pt modelId="{6F510686-0AF7-4AF1-BD51-39377E437ED8}" type="sibTrans" cxnId="{9FC4CCBE-DD95-466F-92A8-D5E7A16035FD}">
      <dgm:prSet/>
      <dgm:spPr/>
      <dgm:t>
        <a:bodyPr/>
        <a:lstStyle/>
        <a:p>
          <a:endParaRPr lang="en-US"/>
        </a:p>
      </dgm:t>
    </dgm:pt>
    <dgm:pt modelId="{35211B1F-CEF2-4DE2-9D8D-F810AD8D34C1}" type="pres">
      <dgm:prSet presAssocID="{5AAF9ECD-7386-4039-A329-6BE8AB90AD2E}" presName="diagram" presStyleCnt="0">
        <dgm:presLayoutVars>
          <dgm:dir/>
          <dgm:resizeHandles val="exact"/>
        </dgm:presLayoutVars>
      </dgm:prSet>
      <dgm:spPr/>
    </dgm:pt>
    <dgm:pt modelId="{F6D61126-FAF1-4033-A2BB-873E68BD17A9}" type="pres">
      <dgm:prSet presAssocID="{CB65CB7D-156B-4F61-8CC2-61FC985D87C1}" presName="node" presStyleLbl="node1" presStyleIdx="0" presStyleCnt="5">
        <dgm:presLayoutVars>
          <dgm:bulletEnabled val="1"/>
        </dgm:presLayoutVars>
      </dgm:prSet>
      <dgm:spPr/>
    </dgm:pt>
    <dgm:pt modelId="{368992B5-34E9-44C1-8F10-8A722C5DA528}" type="pres">
      <dgm:prSet presAssocID="{3002D17C-2CF7-4735-B0C8-BD52438AEB5B}" presName="sibTrans" presStyleCnt="0"/>
      <dgm:spPr/>
    </dgm:pt>
    <dgm:pt modelId="{21A2B0BB-B810-493A-896B-65C27843F55B}" type="pres">
      <dgm:prSet presAssocID="{C36B7FE7-FECE-4902-9A9C-6C1A7BAFE442}" presName="node" presStyleLbl="node1" presStyleIdx="1" presStyleCnt="5">
        <dgm:presLayoutVars>
          <dgm:bulletEnabled val="1"/>
        </dgm:presLayoutVars>
      </dgm:prSet>
      <dgm:spPr/>
    </dgm:pt>
    <dgm:pt modelId="{DFBE25E8-FF32-4D5A-935E-6F5EDCD30FB8}" type="pres">
      <dgm:prSet presAssocID="{02E8EBA7-C82C-4203-808D-AA84A607A1AA}" presName="sibTrans" presStyleCnt="0"/>
      <dgm:spPr/>
    </dgm:pt>
    <dgm:pt modelId="{9422E06F-0C75-4A69-8996-8F51BB108E08}" type="pres">
      <dgm:prSet presAssocID="{4D9BCB82-EA46-44C1-82D6-D8610BA1932D}" presName="node" presStyleLbl="node1" presStyleIdx="2" presStyleCnt="5">
        <dgm:presLayoutVars>
          <dgm:bulletEnabled val="1"/>
        </dgm:presLayoutVars>
      </dgm:prSet>
      <dgm:spPr/>
    </dgm:pt>
    <dgm:pt modelId="{687A8220-E3B2-4795-A450-365817A5B95A}" type="pres">
      <dgm:prSet presAssocID="{8E7DDBED-5C0A-4D58-A5B6-972B7264AEA5}" presName="sibTrans" presStyleCnt="0"/>
      <dgm:spPr/>
    </dgm:pt>
    <dgm:pt modelId="{830CC324-3C07-40DC-A1EA-6653567AE68D}" type="pres">
      <dgm:prSet presAssocID="{E8BFABC4-3EBB-4AA9-AA62-ECEA594BB51C}" presName="node" presStyleLbl="node1" presStyleIdx="3" presStyleCnt="5">
        <dgm:presLayoutVars>
          <dgm:bulletEnabled val="1"/>
        </dgm:presLayoutVars>
      </dgm:prSet>
      <dgm:spPr/>
    </dgm:pt>
    <dgm:pt modelId="{6289ED9B-2649-482D-B6ED-7A897EEB1F7E}" type="pres">
      <dgm:prSet presAssocID="{FDF7D738-1E9E-447E-B460-8E19A4E8EDFB}" presName="sibTrans" presStyleCnt="0"/>
      <dgm:spPr/>
    </dgm:pt>
    <dgm:pt modelId="{428C4509-B8BA-4D19-8C11-631F95871D1D}" type="pres">
      <dgm:prSet presAssocID="{B1C47695-4D79-4F42-9D3A-2D06EA78CEC8}" presName="node" presStyleLbl="node1" presStyleIdx="4" presStyleCnt="5">
        <dgm:presLayoutVars>
          <dgm:bulletEnabled val="1"/>
        </dgm:presLayoutVars>
      </dgm:prSet>
      <dgm:spPr/>
    </dgm:pt>
  </dgm:ptLst>
  <dgm:cxnLst>
    <dgm:cxn modelId="{21146607-B4A9-40E4-B4C9-3A17EFA21427}" srcId="{E8BFABC4-3EBB-4AA9-AA62-ECEA594BB51C}" destId="{1C8F5435-36A4-46FC-8DE6-292DEF568482}" srcOrd="1" destOrd="0" parTransId="{18763653-0668-4754-AB5C-B1ED9988F3E6}" sibTransId="{79FC762D-ECF0-4B04-8297-A5253DEE2BCC}"/>
    <dgm:cxn modelId="{0198BC07-1282-4917-B480-89E2CF5EFFBB}" srcId="{5AAF9ECD-7386-4039-A329-6BE8AB90AD2E}" destId="{4D9BCB82-EA46-44C1-82D6-D8610BA1932D}" srcOrd="2" destOrd="0" parTransId="{571C6A23-24BB-475F-A80A-509236DABF9C}" sibTransId="{8E7DDBED-5C0A-4D58-A5B6-972B7264AEA5}"/>
    <dgm:cxn modelId="{E30F6809-BCF1-4749-B086-706F2ECCDE1B}" type="presOf" srcId="{B1C47695-4D79-4F42-9D3A-2D06EA78CEC8}" destId="{428C4509-B8BA-4D19-8C11-631F95871D1D}" srcOrd="0" destOrd="0" presId="urn:microsoft.com/office/officeart/2005/8/layout/default"/>
    <dgm:cxn modelId="{5388FE09-B969-4B40-8CA5-7F179228EEAD}" srcId="{4D9BCB82-EA46-44C1-82D6-D8610BA1932D}" destId="{55664B58-F873-4451-BD8E-5CBCC2E2E62E}" srcOrd="0" destOrd="0" parTransId="{BA988BD8-655B-4564-B2D4-288A4BB5BEED}" sibTransId="{1BB18626-4AE3-4F00-AF6B-66415E234906}"/>
    <dgm:cxn modelId="{C2F1B10C-ED90-45B0-B6B9-6A431F133293}" type="presOf" srcId="{5E2597E6-36FE-4F03-929A-A2A071270E2A}" destId="{21A2B0BB-B810-493A-896B-65C27843F55B}" srcOrd="0" destOrd="3" presId="urn:microsoft.com/office/officeart/2005/8/layout/default"/>
    <dgm:cxn modelId="{45628B0D-505E-4E83-A9C8-ACB49507C70E}" srcId="{B1C47695-4D79-4F42-9D3A-2D06EA78CEC8}" destId="{D4A5E26B-0DE1-4EB0-BED2-5A71FB6281EC}" srcOrd="2" destOrd="0" parTransId="{FC98BF29-3A4D-42FF-9D1D-30E92F63838F}" sibTransId="{7BB303DA-E0DB-42CC-98D4-91E864DB67CB}"/>
    <dgm:cxn modelId="{31287E15-B0EA-4A78-A630-7FD951DB36E6}" type="presOf" srcId="{45308F2A-121C-454A-BFF2-DBB6A83F86D6}" destId="{428C4509-B8BA-4D19-8C11-631F95871D1D}" srcOrd="0" destOrd="2" presId="urn:microsoft.com/office/officeart/2005/8/layout/default"/>
    <dgm:cxn modelId="{0E2F3C19-04FE-4B6B-B1F4-27CF44A99B7A}" srcId="{C36B7FE7-FECE-4902-9A9C-6C1A7BAFE442}" destId="{4C2F5B0B-32CA-4A1C-8FD9-9A18291F049A}" srcOrd="0" destOrd="0" parTransId="{AF43D5AE-3470-400A-9E98-FA42FF41E12C}" sibTransId="{5986A040-E3CC-45BE-99D7-B6F2516EFE0E}"/>
    <dgm:cxn modelId="{AF1B651B-802A-479F-937E-B1DEDDA0FFD3}" type="presOf" srcId="{4A995F5D-9AAD-470E-86FE-42945F8C8791}" destId="{21A2B0BB-B810-493A-896B-65C27843F55B}" srcOrd="0" destOrd="2" presId="urn:microsoft.com/office/officeart/2005/8/layout/default"/>
    <dgm:cxn modelId="{A4FCDC22-A6E9-4AFB-A180-1335801C5BBF}" type="presOf" srcId="{0B5F4AC9-AE40-4C4C-AD38-F2D40928B331}" destId="{9422E06F-0C75-4A69-8996-8F51BB108E08}" srcOrd="0" destOrd="2" presId="urn:microsoft.com/office/officeart/2005/8/layout/default"/>
    <dgm:cxn modelId="{A5521329-B4DE-4F3D-ACBD-9DFB4DD56114}" srcId="{CB65CB7D-156B-4F61-8CC2-61FC985D87C1}" destId="{AFC72694-A1BA-4472-81D2-E339C0DA2775}" srcOrd="1" destOrd="0" parTransId="{6CB436B5-8D13-4730-8CE1-31892418A498}" sibTransId="{A8C9CAF1-984D-4022-90D0-054AA6D35859}"/>
    <dgm:cxn modelId="{ABC03C60-05DF-4671-A5C4-D475C79C8E43}" type="presOf" srcId="{EC139561-E912-41C1-BE6B-4957E0E50434}" destId="{830CC324-3C07-40DC-A1EA-6653567AE68D}" srcOrd="0" destOrd="1" presId="urn:microsoft.com/office/officeart/2005/8/layout/default"/>
    <dgm:cxn modelId="{B559A462-0E13-492B-A418-7B928C789ABB}" type="presOf" srcId="{A8DCDF8F-8764-42BF-BF25-89E4FF7C0D86}" destId="{428C4509-B8BA-4D19-8C11-631F95871D1D}" srcOrd="0" destOrd="1" presId="urn:microsoft.com/office/officeart/2005/8/layout/default"/>
    <dgm:cxn modelId="{DEE80045-DAC0-4372-A67E-75E6DB95ACD9}" srcId="{B1C47695-4D79-4F42-9D3A-2D06EA78CEC8}" destId="{A8DCDF8F-8764-42BF-BF25-89E4FF7C0D86}" srcOrd="0" destOrd="0" parTransId="{29CBB68D-A68B-45F3-B395-5590B85D576F}" sibTransId="{980B7A3D-5035-4EDB-8BB4-DADD554C2BE3}"/>
    <dgm:cxn modelId="{83D9C249-E5A8-41B3-A7AB-C85A0D26FDFB}" srcId="{C36B7FE7-FECE-4902-9A9C-6C1A7BAFE442}" destId="{4A995F5D-9AAD-470E-86FE-42945F8C8791}" srcOrd="1" destOrd="0" parTransId="{8B48E170-089F-45EE-9D13-A83D1D55C7A4}" sibTransId="{A567219B-CC72-4B98-AC3F-D16B9B2B5E23}"/>
    <dgm:cxn modelId="{1F98974C-75A1-40AC-95ED-D47FD9F53590}" type="presOf" srcId="{4D9BCB82-EA46-44C1-82D6-D8610BA1932D}" destId="{9422E06F-0C75-4A69-8996-8F51BB108E08}" srcOrd="0" destOrd="0" presId="urn:microsoft.com/office/officeart/2005/8/layout/default"/>
    <dgm:cxn modelId="{56EA9A52-0168-4D2C-AF6B-341AAEB1E1D6}" type="presOf" srcId="{CB65CB7D-156B-4F61-8CC2-61FC985D87C1}" destId="{F6D61126-FAF1-4033-A2BB-873E68BD17A9}" srcOrd="0" destOrd="0" presId="urn:microsoft.com/office/officeart/2005/8/layout/default"/>
    <dgm:cxn modelId="{9406E17C-656B-4EB4-B74D-30ACDDB8FD30}" type="presOf" srcId="{1C8F5435-36A4-46FC-8DE6-292DEF568482}" destId="{830CC324-3C07-40DC-A1EA-6653567AE68D}" srcOrd="0" destOrd="2" presId="urn:microsoft.com/office/officeart/2005/8/layout/default"/>
    <dgm:cxn modelId="{71C8277D-9C03-4A24-8619-AC88534FD746}" type="presOf" srcId="{D4A5E26B-0DE1-4EB0-BED2-5A71FB6281EC}" destId="{428C4509-B8BA-4D19-8C11-631F95871D1D}" srcOrd="0" destOrd="3" presId="urn:microsoft.com/office/officeart/2005/8/layout/default"/>
    <dgm:cxn modelId="{05937183-9D34-4E17-9619-48C6773D3F39}" srcId="{CB65CB7D-156B-4F61-8CC2-61FC985D87C1}" destId="{1D1A568F-F497-4A14-A4F1-B774D4F3A13E}" srcOrd="0" destOrd="0" parTransId="{621A4B8B-EC1F-484C-80E5-E61205AEC40E}" sibTransId="{81DF098B-3A6D-4860-96EC-DA6C0456C463}"/>
    <dgm:cxn modelId="{81AC8183-5EC3-45B5-B778-5598C0E05582}" srcId="{E8BFABC4-3EBB-4AA9-AA62-ECEA594BB51C}" destId="{C278C30B-AE12-4D9D-B3E2-60CEBF9DE87C}" srcOrd="2" destOrd="0" parTransId="{6DC6E914-CB96-42D9-93A3-B38993372696}" sibTransId="{71B6C2F9-660E-4F84-B85E-D6C892C5C484}"/>
    <dgm:cxn modelId="{3DD38C94-C6D0-44D6-82DE-DEB179B4295B}" type="presOf" srcId="{C278C30B-AE12-4D9D-B3E2-60CEBF9DE87C}" destId="{830CC324-3C07-40DC-A1EA-6653567AE68D}" srcOrd="0" destOrd="3" presId="urn:microsoft.com/office/officeart/2005/8/layout/default"/>
    <dgm:cxn modelId="{B620E895-0A26-414B-93E9-E12DC9DD3770}" type="presOf" srcId="{E8BFABC4-3EBB-4AA9-AA62-ECEA594BB51C}" destId="{830CC324-3C07-40DC-A1EA-6653567AE68D}" srcOrd="0" destOrd="0" presId="urn:microsoft.com/office/officeart/2005/8/layout/default"/>
    <dgm:cxn modelId="{46B101A9-AF9A-4EE8-A7CE-7822338CD025}" type="presOf" srcId="{55664B58-F873-4451-BD8E-5CBCC2E2E62E}" destId="{9422E06F-0C75-4A69-8996-8F51BB108E08}" srcOrd="0" destOrd="1" presId="urn:microsoft.com/office/officeart/2005/8/layout/default"/>
    <dgm:cxn modelId="{B85AC0B4-176D-4966-B1E7-AA52BE93AF17}" type="presOf" srcId="{C36B7FE7-FECE-4902-9A9C-6C1A7BAFE442}" destId="{21A2B0BB-B810-493A-896B-65C27843F55B}" srcOrd="0" destOrd="0" presId="urn:microsoft.com/office/officeart/2005/8/layout/default"/>
    <dgm:cxn modelId="{98652CBA-5F18-407F-959A-85DFF6EBE634}" type="presOf" srcId="{5AAF9ECD-7386-4039-A329-6BE8AB90AD2E}" destId="{35211B1F-CEF2-4DE2-9D8D-F810AD8D34C1}" srcOrd="0" destOrd="0" presId="urn:microsoft.com/office/officeart/2005/8/layout/default"/>
    <dgm:cxn modelId="{FDD027BE-BBDA-4355-ADFC-AAB28D41EE7A}" type="presOf" srcId="{4C2F5B0B-32CA-4A1C-8FD9-9A18291F049A}" destId="{21A2B0BB-B810-493A-896B-65C27843F55B}" srcOrd="0" destOrd="1" presId="urn:microsoft.com/office/officeart/2005/8/layout/default"/>
    <dgm:cxn modelId="{9FC4CCBE-DD95-466F-92A8-D5E7A16035FD}" srcId="{C36B7FE7-FECE-4902-9A9C-6C1A7BAFE442}" destId="{5E2597E6-36FE-4F03-929A-A2A071270E2A}" srcOrd="2" destOrd="0" parTransId="{1953FC54-80DA-45D7-815F-A9097EF65FB5}" sibTransId="{6F510686-0AF7-4AF1-BD51-39377E437ED8}"/>
    <dgm:cxn modelId="{99713DC2-B223-4023-8323-571D97536F76}" srcId="{5AAF9ECD-7386-4039-A329-6BE8AB90AD2E}" destId="{C36B7FE7-FECE-4902-9A9C-6C1A7BAFE442}" srcOrd="1" destOrd="0" parTransId="{0F91B638-8048-418A-9AC1-5D09C0549C56}" sibTransId="{02E8EBA7-C82C-4203-808D-AA84A607A1AA}"/>
    <dgm:cxn modelId="{DA1237C4-4821-4344-822C-10744F885050}" srcId="{B1C47695-4D79-4F42-9D3A-2D06EA78CEC8}" destId="{45308F2A-121C-454A-BFF2-DBB6A83F86D6}" srcOrd="1" destOrd="0" parTransId="{26CAC691-4B1B-4B3B-B4D4-A35D02EEE349}" sibTransId="{9F7AC279-B789-4E5E-9E12-EEB604932344}"/>
    <dgm:cxn modelId="{86DC1FD7-BB03-449D-8006-36ADD6123F87}" srcId="{E8BFABC4-3EBB-4AA9-AA62-ECEA594BB51C}" destId="{EC139561-E912-41C1-BE6B-4957E0E50434}" srcOrd="0" destOrd="0" parTransId="{36A5E3F1-814A-4A96-86DD-7ACBF354A3AB}" sibTransId="{D0EDA9C9-729D-4831-B7BE-0473E4D20FBE}"/>
    <dgm:cxn modelId="{AA8161D9-E7E8-4F43-A7CA-005914276D01}" srcId="{4D9BCB82-EA46-44C1-82D6-D8610BA1932D}" destId="{0B5F4AC9-AE40-4C4C-AD38-F2D40928B331}" srcOrd="1" destOrd="0" parTransId="{54A71B1A-26DE-4D78-BB63-04EA132A8629}" sibTransId="{F8D5CBFF-56F7-483D-A467-685B44CEA5CB}"/>
    <dgm:cxn modelId="{620517E3-FE6A-4505-871C-D14BF146B435}" srcId="{5AAF9ECD-7386-4039-A329-6BE8AB90AD2E}" destId="{CB65CB7D-156B-4F61-8CC2-61FC985D87C1}" srcOrd="0" destOrd="0" parTransId="{E095E5F2-FAAF-4A9B-AB13-81CC3B3A6C6D}" sibTransId="{3002D17C-2CF7-4735-B0C8-BD52438AEB5B}"/>
    <dgm:cxn modelId="{4BEFACE3-5520-4264-9AC2-A5C708D1B7C9}" srcId="{5AAF9ECD-7386-4039-A329-6BE8AB90AD2E}" destId="{E8BFABC4-3EBB-4AA9-AA62-ECEA594BB51C}" srcOrd="3" destOrd="0" parTransId="{C13BE874-96A8-4EA9-B1B2-D4FAB5DAB52D}" sibTransId="{FDF7D738-1E9E-447E-B460-8E19A4E8EDFB}"/>
    <dgm:cxn modelId="{EC04DCE3-29CF-4378-BF7D-8118F9BFE112}" srcId="{5AAF9ECD-7386-4039-A329-6BE8AB90AD2E}" destId="{B1C47695-4D79-4F42-9D3A-2D06EA78CEC8}" srcOrd="4" destOrd="0" parTransId="{051B08FE-77AB-41D2-AA6C-21D9C69D75C8}" sibTransId="{8FD12C34-89E6-4381-98B2-CFA36A376EFD}"/>
    <dgm:cxn modelId="{71D07AE7-6AA9-487A-86F4-BE4A00A5E2A5}" type="presOf" srcId="{1D1A568F-F497-4A14-A4F1-B774D4F3A13E}" destId="{F6D61126-FAF1-4033-A2BB-873E68BD17A9}" srcOrd="0" destOrd="1" presId="urn:microsoft.com/office/officeart/2005/8/layout/default"/>
    <dgm:cxn modelId="{13DDB0FD-28D3-4D65-AF89-ADAB4D46DDF7}" type="presOf" srcId="{AFC72694-A1BA-4472-81D2-E339C0DA2775}" destId="{F6D61126-FAF1-4033-A2BB-873E68BD17A9}" srcOrd="0" destOrd="2" presId="urn:microsoft.com/office/officeart/2005/8/layout/default"/>
    <dgm:cxn modelId="{89F1F2A1-8C54-4AA2-B90F-7FCD52F02030}" type="presParOf" srcId="{35211B1F-CEF2-4DE2-9D8D-F810AD8D34C1}" destId="{F6D61126-FAF1-4033-A2BB-873E68BD17A9}" srcOrd="0" destOrd="0" presId="urn:microsoft.com/office/officeart/2005/8/layout/default"/>
    <dgm:cxn modelId="{9E9EE643-2BE4-412D-AF2F-32E7C184CE8E}" type="presParOf" srcId="{35211B1F-CEF2-4DE2-9D8D-F810AD8D34C1}" destId="{368992B5-34E9-44C1-8F10-8A722C5DA528}" srcOrd="1" destOrd="0" presId="urn:microsoft.com/office/officeart/2005/8/layout/default"/>
    <dgm:cxn modelId="{F7F34E11-7364-45D7-AD9E-01CF0392186D}" type="presParOf" srcId="{35211B1F-CEF2-4DE2-9D8D-F810AD8D34C1}" destId="{21A2B0BB-B810-493A-896B-65C27843F55B}" srcOrd="2" destOrd="0" presId="urn:microsoft.com/office/officeart/2005/8/layout/default"/>
    <dgm:cxn modelId="{AF566297-32CC-4471-BB2F-488F6FC466F5}" type="presParOf" srcId="{35211B1F-CEF2-4DE2-9D8D-F810AD8D34C1}" destId="{DFBE25E8-FF32-4D5A-935E-6F5EDCD30FB8}" srcOrd="3" destOrd="0" presId="urn:microsoft.com/office/officeart/2005/8/layout/default"/>
    <dgm:cxn modelId="{706E84AC-8E0E-4060-A0C8-8C9897A1C68E}" type="presParOf" srcId="{35211B1F-CEF2-4DE2-9D8D-F810AD8D34C1}" destId="{9422E06F-0C75-4A69-8996-8F51BB108E08}" srcOrd="4" destOrd="0" presId="urn:microsoft.com/office/officeart/2005/8/layout/default"/>
    <dgm:cxn modelId="{47B94306-CF29-458A-A261-47C20A61C0B1}" type="presParOf" srcId="{35211B1F-CEF2-4DE2-9D8D-F810AD8D34C1}" destId="{687A8220-E3B2-4795-A450-365817A5B95A}" srcOrd="5" destOrd="0" presId="urn:microsoft.com/office/officeart/2005/8/layout/default"/>
    <dgm:cxn modelId="{FADED4F4-79FB-4A8B-B04E-FF3AAE2C9CA5}" type="presParOf" srcId="{35211B1F-CEF2-4DE2-9D8D-F810AD8D34C1}" destId="{830CC324-3C07-40DC-A1EA-6653567AE68D}" srcOrd="6" destOrd="0" presId="urn:microsoft.com/office/officeart/2005/8/layout/default"/>
    <dgm:cxn modelId="{905CDF9B-EE56-4F36-BE74-DBEA8CBCB1D5}" type="presParOf" srcId="{35211B1F-CEF2-4DE2-9D8D-F810AD8D34C1}" destId="{6289ED9B-2649-482D-B6ED-7A897EEB1F7E}" srcOrd="7" destOrd="0" presId="urn:microsoft.com/office/officeart/2005/8/layout/default"/>
    <dgm:cxn modelId="{4CEEE5DE-F92C-4288-B3E0-D9C4A3F442E0}" type="presParOf" srcId="{35211B1F-CEF2-4DE2-9D8D-F810AD8D34C1}" destId="{428C4509-B8BA-4D19-8C11-631F95871D1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D23CFF-1C7D-408C-924B-D4FA77194C34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48C491-310F-446C-91D8-56DE15FF1766}">
      <dgm:prSet phldrT="[Text]" phldr="0"/>
      <dgm:spPr/>
      <dgm:t>
        <a:bodyPr/>
        <a:lstStyle/>
        <a:p>
          <a:r>
            <a:rPr lang="en-US"/>
            <a:t>Tree-Based Models</a:t>
          </a:r>
        </a:p>
      </dgm:t>
    </dgm:pt>
    <dgm:pt modelId="{450AD555-9A13-462C-B2D6-155DB0508046}" type="parTrans" cxnId="{9DC545B7-10E3-47AA-AACB-76AA49A71E19}">
      <dgm:prSet/>
      <dgm:spPr/>
      <dgm:t>
        <a:bodyPr/>
        <a:lstStyle/>
        <a:p>
          <a:endParaRPr lang="en-US"/>
        </a:p>
      </dgm:t>
    </dgm:pt>
    <dgm:pt modelId="{D2D469D9-0083-47A6-BD29-69212225A7C6}" type="sibTrans" cxnId="{9DC545B7-10E3-47AA-AACB-76AA49A71E19}">
      <dgm:prSet/>
      <dgm:spPr/>
      <dgm:t>
        <a:bodyPr/>
        <a:lstStyle/>
        <a:p>
          <a:endParaRPr lang="en-US"/>
        </a:p>
      </dgm:t>
    </dgm:pt>
    <dgm:pt modelId="{CFB5766A-B1ED-415F-9194-6C71ACE60B23}">
      <dgm:prSet phldrT="[Text]" phldr="0" custT="1"/>
      <dgm:spPr/>
      <dgm:t>
        <a:bodyPr/>
        <a:lstStyle/>
        <a:p>
          <a:pPr>
            <a:buNone/>
          </a:pPr>
          <a:r>
            <a:rPr lang="en-US" sz="1200" b="1"/>
            <a:t>Pros</a:t>
          </a:r>
        </a:p>
      </dgm:t>
    </dgm:pt>
    <dgm:pt modelId="{F5B23AB7-BAA8-4843-AE0E-4A599C5F5267}" type="parTrans" cxnId="{9D7DFE29-E4AA-449E-83A4-9119A366A7AD}">
      <dgm:prSet/>
      <dgm:spPr/>
      <dgm:t>
        <a:bodyPr/>
        <a:lstStyle/>
        <a:p>
          <a:endParaRPr lang="en-US"/>
        </a:p>
      </dgm:t>
    </dgm:pt>
    <dgm:pt modelId="{586E6989-2A9B-4E7E-94E9-DBF6EC6012F1}" type="sibTrans" cxnId="{9D7DFE29-E4AA-449E-83A4-9119A366A7AD}">
      <dgm:prSet/>
      <dgm:spPr/>
      <dgm:t>
        <a:bodyPr/>
        <a:lstStyle/>
        <a:p>
          <a:endParaRPr lang="en-US"/>
        </a:p>
      </dgm:t>
    </dgm:pt>
    <dgm:pt modelId="{0DBB45EB-6C68-4010-8B8D-394EA032EBED}">
      <dgm:prSet phldrT="[Text]" phldr="0"/>
      <dgm:spPr/>
      <dgm:t>
        <a:bodyPr/>
        <a:lstStyle/>
        <a:p>
          <a:pPr>
            <a:buNone/>
          </a:pPr>
          <a:r>
            <a:rPr lang="en-US" b="1"/>
            <a:t>Cons</a:t>
          </a:r>
        </a:p>
      </dgm:t>
    </dgm:pt>
    <dgm:pt modelId="{B9132E71-83DD-4CE1-A687-D5DF68C1C5B9}" type="parTrans" cxnId="{F5743204-81C9-4201-87B1-CCC40FA9A62C}">
      <dgm:prSet/>
      <dgm:spPr/>
      <dgm:t>
        <a:bodyPr/>
        <a:lstStyle/>
        <a:p>
          <a:endParaRPr lang="en-US"/>
        </a:p>
      </dgm:t>
    </dgm:pt>
    <dgm:pt modelId="{62756905-685D-4781-AB7D-214356B8D30C}" type="sibTrans" cxnId="{F5743204-81C9-4201-87B1-CCC40FA9A62C}">
      <dgm:prSet/>
      <dgm:spPr/>
      <dgm:t>
        <a:bodyPr/>
        <a:lstStyle/>
        <a:p>
          <a:endParaRPr lang="en-US"/>
        </a:p>
      </dgm:t>
    </dgm:pt>
    <dgm:pt modelId="{D5B9B4C5-6E71-446B-B4A1-00BDD1D327A0}">
      <dgm:prSet phldrT="[Text]" phldr="0"/>
      <dgm:spPr/>
      <dgm:t>
        <a:bodyPr/>
        <a:lstStyle/>
        <a:p>
          <a:r>
            <a:rPr lang="en-US" err="1"/>
            <a:t>TabPFN</a:t>
          </a:r>
          <a:endParaRPr lang="en-US"/>
        </a:p>
      </dgm:t>
    </dgm:pt>
    <dgm:pt modelId="{B53842ED-25C5-49BC-8D6B-2C6F61C1C711}" type="parTrans" cxnId="{86FE66DC-4C86-4E68-AD0F-BB328F4F2D9D}">
      <dgm:prSet/>
      <dgm:spPr/>
      <dgm:t>
        <a:bodyPr/>
        <a:lstStyle/>
        <a:p>
          <a:endParaRPr lang="en-US"/>
        </a:p>
      </dgm:t>
    </dgm:pt>
    <dgm:pt modelId="{E45FD734-4FC6-4D32-BF07-8462780617BC}" type="sibTrans" cxnId="{86FE66DC-4C86-4E68-AD0F-BB328F4F2D9D}">
      <dgm:prSet/>
      <dgm:spPr/>
      <dgm:t>
        <a:bodyPr/>
        <a:lstStyle/>
        <a:p>
          <a:endParaRPr lang="en-US"/>
        </a:p>
      </dgm:t>
    </dgm:pt>
    <dgm:pt modelId="{E89A8A63-74EC-4E13-95C8-E1DCCB82082F}">
      <dgm:prSet phldrT="[Text]" phldr="0"/>
      <dgm:spPr/>
      <dgm:t>
        <a:bodyPr/>
        <a:lstStyle/>
        <a:p>
          <a:pPr>
            <a:buNone/>
          </a:pPr>
          <a:r>
            <a:rPr lang="en-US" b="1"/>
            <a:t>Pros</a:t>
          </a:r>
        </a:p>
      </dgm:t>
    </dgm:pt>
    <dgm:pt modelId="{5523268E-462C-4445-9644-0672A3B904E4}" type="parTrans" cxnId="{B5EC6011-3180-4EE6-B2AE-588A580F6148}">
      <dgm:prSet/>
      <dgm:spPr/>
      <dgm:t>
        <a:bodyPr/>
        <a:lstStyle/>
        <a:p>
          <a:endParaRPr lang="en-US"/>
        </a:p>
      </dgm:t>
    </dgm:pt>
    <dgm:pt modelId="{E9499A2C-D840-4AD3-95D9-F0C459865664}" type="sibTrans" cxnId="{B5EC6011-3180-4EE6-B2AE-588A580F6148}">
      <dgm:prSet/>
      <dgm:spPr/>
      <dgm:t>
        <a:bodyPr/>
        <a:lstStyle/>
        <a:p>
          <a:endParaRPr lang="en-US"/>
        </a:p>
      </dgm:t>
    </dgm:pt>
    <dgm:pt modelId="{E2EF1492-FA47-4E99-BC1F-1A20DE4751C8}">
      <dgm:prSet phldrT="[Text]" phldr="0"/>
      <dgm:spPr/>
      <dgm:t>
        <a:bodyPr/>
        <a:lstStyle/>
        <a:p>
          <a:pPr>
            <a:buNone/>
          </a:pPr>
          <a:r>
            <a:rPr lang="en-US" b="1"/>
            <a:t>Cons</a:t>
          </a:r>
        </a:p>
      </dgm:t>
    </dgm:pt>
    <dgm:pt modelId="{D7321970-239D-40E2-BA9C-8D33735C934A}" type="parTrans" cxnId="{0A716ABD-5674-4767-A37E-E82BDFB4C30F}">
      <dgm:prSet/>
      <dgm:spPr/>
      <dgm:t>
        <a:bodyPr/>
        <a:lstStyle/>
        <a:p>
          <a:endParaRPr lang="en-US"/>
        </a:p>
      </dgm:t>
    </dgm:pt>
    <dgm:pt modelId="{4C3C9B65-4B74-4D03-9B03-CDDD4F4332F1}" type="sibTrans" cxnId="{0A716ABD-5674-4767-A37E-E82BDFB4C30F}">
      <dgm:prSet/>
      <dgm:spPr/>
      <dgm:t>
        <a:bodyPr/>
        <a:lstStyle/>
        <a:p>
          <a:endParaRPr lang="en-US"/>
        </a:p>
      </dgm:t>
    </dgm:pt>
    <dgm:pt modelId="{C4C2346D-FF0D-4D8D-8482-5FBDB97FAABF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/>
            <a:t>Strong predictive accuracy on tabular data</a:t>
          </a:r>
        </a:p>
      </dgm:t>
    </dgm:pt>
    <dgm:pt modelId="{51EC309D-0EE9-450A-A8D8-D0AABCF5DEE5}" type="parTrans" cxnId="{CFAE5E28-E53A-475E-807E-0497600031ED}">
      <dgm:prSet/>
      <dgm:spPr/>
      <dgm:t>
        <a:bodyPr/>
        <a:lstStyle/>
        <a:p>
          <a:endParaRPr lang="en-US"/>
        </a:p>
      </dgm:t>
    </dgm:pt>
    <dgm:pt modelId="{E7FE2228-699A-4ECE-89A8-F51F4CBC5FAB}" type="sibTrans" cxnId="{CFAE5E28-E53A-475E-807E-0497600031ED}">
      <dgm:prSet/>
      <dgm:spPr/>
      <dgm:t>
        <a:bodyPr/>
        <a:lstStyle/>
        <a:p>
          <a:endParaRPr lang="en-US"/>
        </a:p>
      </dgm:t>
    </dgm:pt>
    <dgm:pt modelId="{22B82B08-A6D8-484D-ADFD-687BCE089A3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/>
            <a:t>Captures nonlinearities &amp; interactions automatically</a:t>
          </a:r>
        </a:p>
      </dgm:t>
    </dgm:pt>
    <dgm:pt modelId="{CB1710CE-27F2-4DF5-81ED-469270FFA861}" type="parTrans" cxnId="{CBBDB7DC-B057-49B9-830C-19956AE4502B}">
      <dgm:prSet/>
      <dgm:spPr/>
      <dgm:t>
        <a:bodyPr/>
        <a:lstStyle/>
        <a:p>
          <a:endParaRPr lang="en-US"/>
        </a:p>
      </dgm:t>
    </dgm:pt>
    <dgm:pt modelId="{38BF4B7F-A37A-451E-BD7A-2B1BDA22F698}" type="sibTrans" cxnId="{CBBDB7DC-B057-49B9-830C-19956AE4502B}">
      <dgm:prSet/>
      <dgm:spPr/>
      <dgm:t>
        <a:bodyPr/>
        <a:lstStyle/>
        <a:p>
          <a:endParaRPr lang="en-US"/>
        </a:p>
      </dgm:t>
    </dgm:pt>
    <dgm:pt modelId="{FD8C4D81-FE60-4897-B5CF-7F86FC7394E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/>
            <a:t>Robust to outliers and skewed loss distributions</a:t>
          </a:r>
        </a:p>
      </dgm:t>
    </dgm:pt>
    <dgm:pt modelId="{4CAF23BF-6778-490E-8BFF-AE279D87E426}" type="parTrans" cxnId="{8C579DDF-7857-42FD-90D1-937288C956B6}">
      <dgm:prSet/>
      <dgm:spPr/>
      <dgm:t>
        <a:bodyPr/>
        <a:lstStyle/>
        <a:p>
          <a:endParaRPr lang="en-US"/>
        </a:p>
      </dgm:t>
    </dgm:pt>
    <dgm:pt modelId="{2CAE2720-433C-40DB-950D-40ECF74DFD79}" type="sibTrans" cxnId="{8C579DDF-7857-42FD-90D1-937288C956B6}">
      <dgm:prSet/>
      <dgm:spPr/>
      <dgm:t>
        <a:bodyPr/>
        <a:lstStyle/>
        <a:p>
          <a:endParaRPr lang="en-US"/>
        </a:p>
      </dgm:t>
    </dgm:pt>
    <dgm:pt modelId="{E56E82E9-66C6-4FC9-9FB1-303B8B749DF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/>
            <a:t>Tuned model improves stability &amp; generalization</a:t>
          </a:r>
        </a:p>
      </dgm:t>
    </dgm:pt>
    <dgm:pt modelId="{CE4F26F7-7F2A-4A0B-9336-029E8B578C7A}" type="parTrans" cxnId="{957A2D09-02BA-4D57-9155-51963B470925}">
      <dgm:prSet/>
      <dgm:spPr/>
      <dgm:t>
        <a:bodyPr/>
        <a:lstStyle/>
        <a:p>
          <a:endParaRPr lang="en-US"/>
        </a:p>
      </dgm:t>
    </dgm:pt>
    <dgm:pt modelId="{C7798A88-BC33-4591-AEDE-2279747F0675}" type="sibTrans" cxnId="{957A2D09-02BA-4D57-9155-51963B470925}">
      <dgm:prSet/>
      <dgm:spPr/>
      <dgm:t>
        <a:bodyPr/>
        <a:lstStyle/>
        <a:p>
          <a:endParaRPr lang="en-US"/>
        </a:p>
      </dgm:t>
    </dgm:pt>
    <dgm:pt modelId="{955847C1-377A-441E-B054-2B38D1193415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Requires tuning for best performance</a:t>
          </a:r>
        </a:p>
      </dgm:t>
    </dgm:pt>
    <dgm:pt modelId="{DADAA748-83D1-4E0A-AC49-146957E6D68C}" type="parTrans" cxnId="{9450FEF7-B328-42EA-8598-C698B30B840A}">
      <dgm:prSet/>
      <dgm:spPr/>
      <dgm:t>
        <a:bodyPr/>
        <a:lstStyle/>
        <a:p>
          <a:endParaRPr lang="en-US"/>
        </a:p>
      </dgm:t>
    </dgm:pt>
    <dgm:pt modelId="{7395FBF0-DD9D-493B-ACF2-6983746C17EB}" type="sibTrans" cxnId="{9450FEF7-B328-42EA-8598-C698B30B840A}">
      <dgm:prSet/>
      <dgm:spPr/>
      <dgm:t>
        <a:bodyPr/>
        <a:lstStyle/>
        <a:p>
          <a:endParaRPr lang="en-US"/>
        </a:p>
      </dgm:t>
    </dgm:pt>
    <dgm:pt modelId="{BCF64A35-5E74-4269-8706-9C4CD5FA4E6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Harder to interpret than GLMs</a:t>
          </a:r>
        </a:p>
      </dgm:t>
    </dgm:pt>
    <dgm:pt modelId="{AC3158CC-B6FE-4A6C-8FF5-644FC6D00342}" type="parTrans" cxnId="{43BD5347-52F3-417A-9B27-D63C1A1C67F7}">
      <dgm:prSet/>
      <dgm:spPr/>
      <dgm:t>
        <a:bodyPr/>
        <a:lstStyle/>
        <a:p>
          <a:endParaRPr lang="en-US"/>
        </a:p>
      </dgm:t>
    </dgm:pt>
    <dgm:pt modelId="{0F28B316-8AE0-4881-8C5C-CB9F884B7222}" type="sibTrans" cxnId="{43BD5347-52F3-417A-9B27-D63C1A1C67F7}">
      <dgm:prSet/>
      <dgm:spPr/>
      <dgm:t>
        <a:bodyPr/>
        <a:lstStyle/>
        <a:p>
          <a:endParaRPr lang="en-US"/>
        </a:p>
      </dgm:t>
    </dgm:pt>
    <dgm:pt modelId="{32DC000F-1318-4BA9-856E-9BFF88FF6B7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Training can be computationally heavier than linear models</a:t>
          </a:r>
        </a:p>
      </dgm:t>
    </dgm:pt>
    <dgm:pt modelId="{62F1A2F5-2463-4807-9FD4-1FE0DAF98710}" type="parTrans" cxnId="{CAA51176-4C3E-4BC5-8F47-CB0BE9B4AE13}">
      <dgm:prSet/>
      <dgm:spPr/>
      <dgm:t>
        <a:bodyPr/>
        <a:lstStyle/>
        <a:p>
          <a:endParaRPr lang="en-US"/>
        </a:p>
      </dgm:t>
    </dgm:pt>
    <dgm:pt modelId="{48DA0F5D-E0F9-463B-A7FD-621526D33782}" type="sibTrans" cxnId="{CAA51176-4C3E-4BC5-8F47-CB0BE9B4AE13}">
      <dgm:prSet/>
      <dgm:spPr/>
      <dgm:t>
        <a:bodyPr/>
        <a:lstStyle/>
        <a:p>
          <a:endParaRPr lang="en-US"/>
        </a:p>
      </dgm:t>
    </dgm:pt>
    <dgm:pt modelId="{43D5ADF9-8C3F-4B26-B938-8CE70E529A46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No training or hyperparameter tuning needed</a:t>
          </a:r>
        </a:p>
      </dgm:t>
    </dgm:pt>
    <dgm:pt modelId="{14172882-6CDD-44A4-9696-38BF02BC9CFB}" type="parTrans" cxnId="{6425B041-2BDF-484F-87AB-86E62F293AC3}">
      <dgm:prSet/>
      <dgm:spPr/>
      <dgm:t>
        <a:bodyPr/>
        <a:lstStyle/>
        <a:p>
          <a:endParaRPr lang="en-US"/>
        </a:p>
      </dgm:t>
    </dgm:pt>
    <dgm:pt modelId="{A6208B92-2691-4FF5-B10F-934B3A61EEB9}" type="sibTrans" cxnId="{6425B041-2BDF-484F-87AB-86E62F293AC3}">
      <dgm:prSet/>
      <dgm:spPr/>
      <dgm:t>
        <a:bodyPr/>
        <a:lstStyle/>
        <a:p>
          <a:endParaRPr lang="en-US"/>
        </a:p>
      </dgm:t>
    </dgm:pt>
    <dgm:pt modelId="{8E61A007-9BED-4263-9BD3-606ABD6F3B4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Extremely fast inference</a:t>
          </a:r>
        </a:p>
      </dgm:t>
    </dgm:pt>
    <dgm:pt modelId="{F812B3E0-3937-44C1-A306-072948A34315}" type="parTrans" cxnId="{D6343783-6801-4404-9618-66B8C81DFF21}">
      <dgm:prSet/>
      <dgm:spPr/>
      <dgm:t>
        <a:bodyPr/>
        <a:lstStyle/>
        <a:p>
          <a:endParaRPr lang="en-US"/>
        </a:p>
      </dgm:t>
    </dgm:pt>
    <dgm:pt modelId="{46850ACD-FA66-450C-A9D3-6795BAF5AC56}" type="sibTrans" cxnId="{D6343783-6801-4404-9618-66B8C81DFF21}">
      <dgm:prSet/>
      <dgm:spPr/>
      <dgm:t>
        <a:bodyPr/>
        <a:lstStyle/>
        <a:p>
          <a:endParaRPr lang="en-US"/>
        </a:p>
      </dgm:t>
    </dgm:pt>
    <dgm:pt modelId="{8B2106BF-FA41-4ECD-B74A-CFA8610D907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Captures complex patterns through pretraining</a:t>
          </a:r>
        </a:p>
      </dgm:t>
    </dgm:pt>
    <dgm:pt modelId="{B4046F5C-A173-404E-ADB5-01C0CACE900E}" type="parTrans" cxnId="{5C2A94D7-87C1-4334-B371-2404392607BB}">
      <dgm:prSet/>
      <dgm:spPr/>
      <dgm:t>
        <a:bodyPr/>
        <a:lstStyle/>
        <a:p>
          <a:endParaRPr lang="en-US"/>
        </a:p>
      </dgm:t>
    </dgm:pt>
    <dgm:pt modelId="{E12FD67B-7E26-4B11-932B-B160E5B2E5C6}" type="sibTrans" cxnId="{5C2A94D7-87C1-4334-B371-2404392607BB}">
      <dgm:prSet/>
      <dgm:spPr/>
      <dgm:t>
        <a:bodyPr/>
        <a:lstStyle/>
        <a:p>
          <a:endParaRPr lang="en-US"/>
        </a:p>
      </dgm:t>
    </dgm:pt>
    <dgm:pt modelId="{A5A60B57-CD1C-4FC0-8B3B-2619A46F5F81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Works best on </a:t>
          </a:r>
          <a:r>
            <a:rPr lang="en-US" i="1"/>
            <a:t>small datasets</a:t>
          </a:r>
          <a:endParaRPr lang="en-US"/>
        </a:p>
      </dgm:t>
    </dgm:pt>
    <dgm:pt modelId="{8CF42E93-0DF0-48A3-884B-65B9BDC85171}" type="parTrans" cxnId="{690AFC50-C0FB-4201-818A-6707BF09AEE5}">
      <dgm:prSet/>
      <dgm:spPr/>
      <dgm:t>
        <a:bodyPr/>
        <a:lstStyle/>
        <a:p>
          <a:endParaRPr lang="en-US"/>
        </a:p>
      </dgm:t>
    </dgm:pt>
    <dgm:pt modelId="{F7EF9606-6C1A-4B4F-B86C-4E86204D7243}" type="sibTrans" cxnId="{690AFC50-C0FB-4201-818A-6707BF09AEE5}">
      <dgm:prSet/>
      <dgm:spPr/>
      <dgm:t>
        <a:bodyPr/>
        <a:lstStyle/>
        <a:p>
          <a:endParaRPr lang="en-US"/>
        </a:p>
      </dgm:t>
    </dgm:pt>
    <dgm:pt modelId="{68D917A8-72E1-45A5-9B7B-FDB2D153821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Sensitive to input encoding and sampling</a:t>
          </a:r>
        </a:p>
      </dgm:t>
    </dgm:pt>
    <dgm:pt modelId="{00E25DC4-7A13-488E-9557-23F19C878BA9}" type="parTrans" cxnId="{451EE7D5-F0B3-4971-8722-4D01856A44C8}">
      <dgm:prSet/>
      <dgm:spPr/>
      <dgm:t>
        <a:bodyPr/>
        <a:lstStyle/>
        <a:p>
          <a:endParaRPr lang="en-US"/>
        </a:p>
      </dgm:t>
    </dgm:pt>
    <dgm:pt modelId="{537787BB-0AF2-4727-94DC-BC64EBF08C21}" type="sibTrans" cxnId="{451EE7D5-F0B3-4971-8722-4D01856A44C8}">
      <dgm:prSet/>
      <dgm:spPr/>
      <dgm:t>
        <a:bodyPr/>
        <a:lstStyle/>
        <a:p>
          <a:endParaRPr lang="en-US"/>
        </a:p>
      </dgm:t>
    </dgm:pt>
    <dgm:pt modelId="{67242081-34AB-4959-8AB3-C34FE4600DD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Composite Model</a:t>
          </a:r>
        </a:p>
      </dgm:t>
    </dgm:pt>
    <dgm:pt modelId="{003921F4-1E3B-4AFB-9637-DC800A59F1DC}" type="parTrans" cxnId="{1BD81C20-A93B-4C9A-BDE2-C18A29314063}">
      <dgm:prSet/>
      <dgm:spPr/>
      <dgm:t>
        <a:bodyPr/>
        <a:lstStyle/>
        <a:p>
          <a:endParaRPr lang="en-US"/>
        </a:p>
      </dgm:t>
    </dgm:pt>
    <dgm:pt modelId="{29572CDF-95AD-4D1C-A89C-D4ED6159711F}" type="sibTrans" cxnId="{1BD81C20-A93B-4C9A-BDE2-C18A29314063}">
      <dgm:prSet/>
      <dgm:spPr/>
      <dgm:t>
        <a:bodyPr/>
        <a:lstStyle/>
        <a:p>
          <a:endParaRPr lang="en-US"/>
        </a:p>
      </dgm:t>
    </dgm:pt>
    <dgm:pt modelId="{FFA03EE1-00F0-4535-9FBF-D97BECDCEBF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Pros</a:t>
          </a:r>
        </a:p>
      </dgm:t>
    </dgm:pt>
    <dgm:pt modelId="{5DF9F603-CFE4-4603-990C-9851A4BD1CD4}" type="parTrans" cxnId="{0E238DF4-D4E9-4383-B8E8-91ADC01A0F7F}">
      <dgm:prSet/>
      <dgm:spPr/>
      <dgm:t>
        <a:bodyPr/>
        <a:lstStyle/>
        <a:p>
          <a:endParaRPr lang="en-US"/>
        </a:p>
      </dgm:t>
    </dgm:pt>
    <dgm:pt modelId="{E4E16C1A-EACD-40D1-A214-0AFE21E1B61A}" type="sibTrans" cxnId="{0E238DF4-D4E9-4383-B8E8-91ADC01A0F7F}">
      <dgm:prSet/>
      <dgm:spPr/>
      <dgm:t>
        <a:bodyPr/>
        <a:lstStyle/>
        <a:p>
          <a:endParaRPr lang="en-US"/>
        </a:p>
      </dgm:t>
    </dgm:pt>
    <dgm:pt modelId="{7E610F06-E579-4ECD-81D4-B7FEC86823D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Cons</a:t>
          </a:r>
        </a:p>
      </dgm:t>
    </dgm:pt>
    <dgm:pt modelId="{FBB9A2FE-BFF5-4D33-B91C-75D226FC214D}" type="parTrans" cxnId="{50DAF78E-FCD9-4D79-8A94-39E6E9DB6A9B}">
      <dgm:prSet/>
      <dgm:spPr/>
      <dgm:t>
        <a:bodyPr/>
        <a:lstStyle/>
        <a:p>
          <a:endParaRPr lang="en-US"/>
        </a:p>
      </dgm:t>
    </dgm:pt>
    <dgm:pt modelId="{4D555126-155A-48B1-852A-B34C160A8A82}" type="sibTrans" cxnId="{50DAF78E-FCD9-4D79-8A94-39E6E9DB6A9B}">
      <dgm:prSet/>
      <dgm:spPr/>
      <dgm:t>
        <a:bodyPr/>
        <a:lstStyle/>
        <a:p>
          <a:endParaRPr lang="en-US"/>
        </a:p>
      </dgm:t>
    </dgm:pt>
    <dgm:pt modelId="{8780C293-896F-4DBC-AB06-25748974EC1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Highly interpretable and industry-standard</a:t>
          </a:r>
        </a:p>
      </dgm:t>
    </dgm:pt>
    <dgm:pt modelId="{A124C9E1-D919-440A-A186-C9DEA8C06ED9}" type="parTrans" cxnId="{149863F8-2A88-4D4E-A703-2FF233FEB434}">
      <dgm:prSet/>
      <dgm:spPr/>
      <dgm:t>
        <a:bodyPr/>
        <a:lstStyle/>
        <a:p>
          <a:endParaRPr lang="en-US"/>
        </a:p>
      </dgm:t>
    </dgm:pt>
    <dgm:pt modelId="{64C18C6B-FF4F-44F3-828F-20E9DCBA881A}" type="sibTrans" cxnId="{149863F8-2A88-4D4E-A703-2FF233FEB434}">
      <dgm:prSet/>
      <dgm:spPr/>
      <dgm:t>
        <a:bodyPr/>
        <a:lstStyle/>
        <a:p>
          <a:endParaRPr lang="en-US"/>
        </a:p>
      </dgm:t>
    </dgm:pt>
    <dgm:pt modelId="{9A32D9C3-75AB-4DA8-9544-A7008DF825A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Separates frequency and severity for clarity</a:t>
          </a:r>
        </a:p>
      </dgm:t>
    </dgm:pt>
    <dgm:pt modelId="{B78E6C05-DDB6-4BC7-B30C-361C2C5E26EA}" type="parTrans" cxnId="{7554DB35-4A72-4BDD-927F-435A962436EA}">
      <dgm:prSet/>
      <dgm:spPr/>
      <dgm:t>
        <a:bodyPr/>
        <a:lstStyle/>
        <a:p>
          <a:endParaRPr lang="en-US"/>
        </a:p>
      </dgm:t>
    </dgm:pt>
    <dgm:pt modelId="{76FEBF08-D566-4908-A551-0A1691FAD469}" type="sibTrans" cxnId="{7554DB35-4A72-4BDD-927F-435A962436EA}">
      <dgm:prSet/>
      <dgm:spPr/>
      <dgm:t>
        <a:bodyPr/>
        <a:lstStyle/>
        <a:p>
          <a:endParaRPr lang="en-US"/>
        </a:p>
      </dgm:t>
    </dgm:pt>
    <dgm:pt modelId="{4CAA5A01-6AC6-4CD0-8CD6-926FA0D1267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Simple, transparent, and easy to communicate</a:t>
          </a:r>
        </a:p>
      </dgm:t>
    </dgm:pt>
    <dgm:pt modelId="{E457AD37-3309-4177-A8E7-49CB620522A4}" type="parTrans" cxnId="{9E53FF33-79AD-4043-83D0-BAF76DE5C73A}">
      <dgm:prSet/>
      <dgm:spPr/>
      <dgm:t>
        <a:bodyPr/>
        <a:lstStyle/>
        <a:p>
          <a:endParaRPr lang="en-US"/>
        </a:p>
      </dgm:t>
    </dgm:pt>
    <dgm:pt modelId="{06267C79-170D-4083-8D5B-C1345F2C5731}" type="sibTrans" cxnId="{9E53FF33-79AD-4043-83D0-BAF76DE5C73A}">
      <dgm:prSet/>
      <dgm:spPr/>
      <dgm:t>
        <a:bodyPr/>
        <a:lstStyle/>
        <a:p>
          <a:endParaRPr lang="en-US"/>
        </a:p>
      </dgm:t>
    </dgm:pt>
    <dgm:pt modelId="{0385E40F-E26A-421C-96A9-BFD017B13E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Limited ability to capture nonlinear interactions</a:t>
          </a:r>
        </a:p>
      </dgm:t>
    </dgm:pt>
    <dgm:pt modelId="{49D13B2E-ABFA-4391-A3AB-46003B883087}" type="parTrans" cxnId="{E4D32CA8-A97B-462A-A1F8-0B4FF59FED7C}">
      <dgm:prSet/>
      <dgm:spPr/>
      <dgm:t>
        <a:bodyPr/>
        <a:lstStyle/>
        <a:p>
          <a:endParaRPr lang="en-US"/>
        </a:p>
      </dgm:t>
    </dgm:pt>
    <dgm:pt modelId="{FB23828A-F9EA-4D5D-A0B4-5113399C82AD}" type="sibTrans" cxnId="{E4D32CA8-A97B-462A-A1F8-0B4FF59FED7C}">
      <dgm:prSet/>
      <dgm:spPr/>
      <dgm:t>
        <a:bodyPr/>
        <a:lstStyle/>
        <a:p>
          <a:endParaRPr lang="en-US"/>
        </a:p>
      </dgm:t>
    </dgm:pt>
    <dgm:pt modelId="{D6967B86-AC2B-42D5-81FA-8E5D5CB208D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Predictive accuracy generally lower than ML models</a:t>
          </a:r>
        </a:p>
      </dgm:t>
    </dgm:pt>
    <dgm:pt modelId="{F857CCFD-7735-483C-A088-7F55540E2A89}" type="parTrans" cxnId="{FE0F6DB5-1F72-4F8E-BB76-3D02A203007E}">
      <dgm:prSet/>
      <dgm:spPr/>
      <dgm:t>
        <a:bodyPr/>
        <a:lstStyle/>
        <a:p>
          <a:endParaRPr lang="en-US"/>
        </a:p>
      </dgm:t>
    </dgm:pt>
    <dgm:pt modelId="{FACA4ADC-CDDC-4D65-B3BA-673125F86AC6}" type="sibTrans" cxnId="{FE0F6DB5-1F72-4F8E-BB76-3D02A203007E}">
      <dgm:prSet/>
      <dgm:spPr/>
      <dgm:t>
        <a:bodyPr/>
        <a:lstStyle/>
        <a:p>
          <a:endParaRPr lang="en-US"/>
        </a:p>
      </dgm:t>
    </dgm:pt>
    <dgm:pt modelId="{D3BFE67B-485D-42B6-9F2E-B80BAA6A100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Relies heavily on correct distributional assumptions</a:t>
          </a:r>
        </a:p>
      </dgm:t>
    </dgm:pt>
    <dgm:pt modelId="{E15DB7BA-2331-45D2-9AD8-6F7D69996591}" type="parTrans" cxnId="{AB26AD70-1F35-408D-9258-ED68950705EE}">
      <dgm:prSet/>
      <dgm:spPr/>
      <dgm:t>
        <a:bodyPr/>
        <a:lstStyle/>
        <a:p>
          <a:endParaRPr lang="en-US"/>
        </a:p>
      </dgm:t>
    </dgm:pt>
    <dgm:pt modelId="{11793032-6327-4AA6-A336-A3255ED6E94A}" type="sibTrans" cxnId="{AB26AD70-1F35-408D-9258-ED68950705EE}">
      <dgm:prSet/>
      <dgm:spPr/>
      <dgm:t>
        <a:bodyPr/>
        <a:lstStyle/>
        <a:p>
          <a:endParaRPr lang="en-US"/>
        </a:p>
      </dgm:t>
    </dgm:pt>
    <dgm:pt modelId="{CEAFC5E9-3F74-473C-A1DC-5C03FBC28A88}" type="pres">
      <dgm:prSet presAssocID="{12D23CFF-1C7D-408C-924B-D4FA77194C3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AAEEC6-24F1-49CB-9960-965AEAB9C1C1}" type="pres">
      <dgm:prSet presAssocID="{9C48C491-310F-446C-91D8-56DE15FF1766}" presName="root" presStyleCnt="0"/>
      <dgm:spPr/>
    </dgm:pt>
    <dgm:pt modelId="{A43087FD-229C-4963-9AF1-7E4CFCFC1DD0}" type="pres">
      <dgm:prSet presAssocID="{9C48C491-310F-446C-91D8-56DE15FF1766}" presName="rootComposite" presStyleCnt="0"/>
      <dgm:spPr/>
    </dgm:pt>
    <dgm:pt modelId="{D21AD553-968E-4303-B053-3E2BC44759E2}" type="pres">
      <dgm:prSet presAssocID="{9C48C491-310F-446C-91D8-56DE15FF1766}" presName="rootText" presStyleLbl="node1" presStyleIdx="0" presStyleCnt="3"/>
      <dgm:spPr/>
    </dgm:pt>
    <dgm:pt modelId="{3B8F57B6-AAB8-4D94-B2F5-A7CA86098282}" type="pres">
      <dgm:prSet presAssocID="{9C48C491-310F-446C-91D8-56DE15FF1766}" presName="rootConnector" presStyleLbl="node1" presStyleIdx="0" presStyleCnt="3"/>
      <dgm:spPr/>
    </dgm:pt>
    <dgm:pt modelId="{B9456F50-AF73-42BF-B120-907C70572225}" type="pres">
      <dgm:prSet presAssocID="{9C48C491-310F-446C-91D8-56DE15FF1766}" presName="childShape" presStyleCnt="0"/>
      <dgm:spPr/>
    </dgm:pt>
    <dgm:pt modelId="{CBA89F5B-3AC2-40C2-9FA8-5D674CB72C0C}" type="pres">
      <dgm:prSet presAssocID="{F5B23AB7-BAA8-4843-AE0E-4A599C5F5267}" presName="Name13" presStyleLbl="parChTrans1D2" presStyleIdx="0" presStyleCnt="6"/>
      <dgm:spPr/>
    </dgm:pt>
    <dgm:pt modelId="{78DA55D8-5FB9-43EB-B820-4411BAE74713}" type="pres">
      <dgm:prSet presAssocID="{CFB5766A-B1ED-415F-9194-6C71ACE60B23}" presName="childText" presStyleLbl="bgAcc1" presStyleIdx="0" presStyleCnt="6" custScaleY="130586">
        <dgm:presLayoutVars>
          <dgm:bulletEnabled val="1"/>
        </dgm:presLayoutVars>
      </dgm:prSet>
      <dgm:spPr/>
    </dgm:pt>
    <dgm:pt modelId="{B45C3B53-AE68-49C6-AB92-D120E5690D53}" type="pres">
      <dgm:prSet presAssocID="{B9132E71-83DD-4CE1-A687-D5DF68C1C5B9}" presName="Name13" presStyleLbl="parChTrans1D2" presStyleIdx="1" presStyleCnt="6"/>
      <dgm:spPr/>
    </dgm:pt>
    <dgm:pt modelId="{F6F5171C-3994-4FA4-B5AD-AFADCB46601B}" type="pres">
      <dgm:prSet presAssocID="{0DBB45EB-6C68-4010-8B8D-394EA032EBED}" presName="childText" presStyleLbl="bgAcc1" presStyleIdx="1" presStyleCnt="6">
        <dgm:presLayoutVars>
          <dgm:bulletEnabled val="1"/>
        </dgm:presLayoutVars>
      </dgm:prSet>
      <dgm:spPr/>
    </dgm:pt>
    <dgm:pt modelId="{00E7AE6B-5F42-48FC-8A68-F76449CF1830}" type="pres">
      <dgm:prSet presAssocID="{D5B9B4C5-6E71-446B-B4A1-00BDD1D327A0}" presName="root" presStyleCnt="0"/>
      <dgm:spPr/>
    </dgm:pt>
    <dgm:pt modelId="{E1FAE1B7-E6AB-4B79-B0E3-4210D3455E17}" type="pres">
      <dgm:prSet presAssocID="{D5B9B4C5-6E71-446B-B4A1-00BDD1D327A0}" presName="rootComposite" presStyleCnt="0"/>
      <dgm:spPr/>
    </dgm:pt>
    <dgm:pt modelId="{84224BC1-1616-43D8-8A37-50023DB2BFA7}" type="pres">
      <dgm:prSet presAssocID="{D5B9B4C5-6E71-446B-B4A1-00BDD1D327A0}" presName="rootText" presStyleLbl="node1" presStyleIdx="1" presStyleCnt="3"/>
      <dgm:spPr/>
    </dgm:pt>
    <dgm:pt modelId="{7E1FF863-5C7D-4F35-A896-12A362CC8BFA}" type="pres">
      <dgm:prSet presAssocID="{D5B9B4C5-6E71-446B-B4A1-00BDD1D327A0}" presName="rootConnector" presStyleLbl="node1" presStyleIdx="1" presStyleCnt="3"/>
      <dgm:spPr/>
    </dgm:pt>
    <dgm:pt modelId="{C3B47327-7B5E-49C5-9BF0-C06951CEE5A9}" type="pres">
      <dgm:prSet presAssocID="{D5B9B4C5-6E71-446B-B4A1-00BDD1D327A0}" presName="childShape" presStyleCnt="0"/>
      <dgm:spPr/>
    </dgm:pt>
    <dgm:pt modelId="{4BA216D2-6C20-44F1-AD35-CFDF110F56A1}" type="pres">
      <dgm:prSet presAssocID="{5523268E-462C-4445-9644-0672A3B904E4}" presName="Name13" presStyleLbl="parChTrans1D2" presStyleIdx="2" presStyleCnt="6"/>
      <dgm:spPr/>
    </dgm:pt>
    <dgm:pt modelId="{FDC2B312-85E9-4A23-86AF-4137277E13BA}" type="pres">
      <dgm:prSet presAssocID="{E89A8A63-74EC-4E13-95C8-E1DCCB82082F}" presName="childText" presStyleLbl="bgAcc1" presStyleIdx="2" presStyleCnt="6">
        <dgm:presLayoutVars>
          <dgm:bulletEnabled val="1"/>
        </dgm:presLayoutVars>
      </dgm:prSet>
      <dgm:spPr/>
    </dgm:pt>
    <dgm:pt modelId="{B817A7B5-1794-4A3E-B3A5-D08192604EB7}" type="pres">
      <dgm:prSet presAssocID="{D7321970-239D-40E2-BA9C-8D33735C934A}" presName="Name13" presStyleLbl="parChTrans1D2" presStyleIdx="3" presStyleCnt="6"/>
      <dgm:spPr/>
    </dgm:pt>
    <dgm:pt modelId="{DA115F0B-DEFC-4506-A550-8851000DD2D7}" type="pres">
      <dgm:prSet presAssocID="{E2EF1492-FA47-4E99-BC1F-1A20DE4751C8}" presName="childText" presStyleLbl="bgAcc1" presStyleIdx="3" presStyleCnt="6" custLinFactNeighborX="-2421" custLinFactNeighborY="30991">
        <dgm:presLayoutVars>
          <dgm:bulletEnabled val="1"/>
        </dgm:presLayoutVars>
      </dgm:prSet>
      <dgm:spPr/>
    </dgm:pt>
    <dgm:pt modelId="{A68A38A4-1C85-4647-9AA6-204B00CC10C2}" type="pres">
      <dgm:prSet presAssocID="{67242081-34AB-4959-8AB3-C34FE4600DD6}" presName="root" presStyleCnt="0"/>
      <dgm:spPr/>
    </dgm:pt>
    <dgm:pt modelId="{F8DD93EA-C9FE-4A2C-8C9D-D8CD69C5A6E8}" type="pres">
      <dgm:prSet presAssocID="{67242081-34AB-4959-8AB3-C34FE4600DD6}" presName="rootComposite" presStyleCnt="0"/>
      <dgm:spPr/>
    </dgm:pt>
    <dgm:pt modelId="{5A4C26A0-81A6-4B59-A756-880665AE0158}" type="pres">
      <dgm:prSet presAssocID="{67242081-34AB-4959-8AB3-C34FE4600DD6}" presName="rootText" presStyleLbl="node1" presStyleIdx="2" presStyleCnt="3"/>
      <dgm:spPr/>
    </dgm:pt>
    <dgm:pt modelId="{E397261D-5D17-43EC-A43B-ED7CDA980420}" type="pres">
      <dgm:prSet presAssocID="{67242081-34AB-4959-8AB3-C34FE4600DD6}" presName="rootConnector" presStyleLbl="node1" presStyleIdx="2" presStyleCnt="3"/>
      <dgm:spPr/>
    </dgm:pt>
    <dgm:pt modelId="{4B1876D8-DD0D-4ED3-9E89-3FE7A99A2825}" type="pres">
      <dgm:prSet presAssocID="{67242081-34AB-4959-8AB3-C34FE4600DD6}" presName="childShape" presStyleCnt="0"/>
      <dgm:spPr/>
    </dgm:pt>
    <dgm:pt modelId="{2FC3F846-5CE9-48BD-938A-FAAF660C5065}" type="pres">
      <dgm:prSet presAssocID="{5DF9F603-CFE4-4603-990C-9851A4BD1CD4}" presName="Name13" presStyleLbl="parChTrans1D2" presStyleIdx="4" presStyleCnt="6"/>
      <dgm:spPr/>
    </dgm:pt>
    <dgm:pt modelId="{63BC16A7-569A-46DC-825D-AC1C72339757}" type="pres">
      <dgm:prSet presAssocID="{FFA03EE1-00F0-4535-9FBF-D97BECDCEBF8}" presName="childText" presStyleLbl="bgAcc1" presStyleIdx="4" presStyleCnt="6">
        <dgm:presLayoutVars>
          <dgm:bulletEnabled val="1"/>
        </dgm:presLayoutVars>
      </dgm:prSet>
      <dgm:spPr/>
    </dgm:pt>
    <dgm:pt modelId="{857F2D5C-B287-4AAE-AFB2-B7CC264662DA}" type="pres">
      <dgm:prSet presAssocID="{FBB9A2FE-BFF5-4D33-B91C-75D226FC214D}" presName="Name13" presStyleLbl="parChTrans1D2" presStyleIdx="5" presStyleCnt="6"/>
      <dgm:spPr/>
    </dgm:pt>
    <dgm:pt modelId="{9D8BA42A-3409-412C-B8F8-A18FF7697442}" type="pres">
      <dgm:prSet presAssocID="{7E610F06-E579-4ECD-81D4-B7FEC86823D8}" presName="childText" presStyleLbl="bgAcc1" presStyleIdx="5" presStyleCnt="6" custLinFactNeighborX="-1614" custLinFactNeighborY="30991">
        <dgm:presLayoutVars>
          <dgm:bulletEnabled val="1"/>
        </dgm:presLayoutVars>
      </dgm:prSet>
      <dgm:spPr/>
    </dgm:pt>
  </dgm:ptLst>
  <dgm:cxnLst>
    <dgm:cxn modelId="{F5743204-81C9-4201-87B1-CCC40FA9A62C}" srcId="{9C48C491-310F-446C-91D8-56DE15FF1766}" destId="{0DBB45EB-6C68-4010-8B8D-394EA032EBED}" srcOrd="1" destOrd="0" parTransId="{B9132E71-83DD-4CE1-A687-D5DF68C1C5B9}" sibTransId="{62756905-685D-4781-AB7D-214356B8D30C}"/>
    <dgm:cxn modelId="{8E573307-8A9D-45F4-981C-77AF843703A2}" type="presOf" srcId="{5DF9F603-CFE4-4603-990C-9851A4BD1CD4}" destId="{2FC3F846-5CE9-48BD-938A-FAAF660C5065}" srcOrd="0" destOrd="0" presId="urn:microsoft.com/office/officeart/2005/8/layout/hierarchy3"/>
    <dgm:cxn modelId="{10D9AC07-B793-403D-AC2E-0BB11B7FFFFD}" type="presOf" srcId="{9C48C491-310F-446C-91D8-56DE15FF1766}" destId="{D21AD553-968E-4303-B053-3E2BC44759E2}" srcOrd="0" destOrd="0" presId="urn:microsoft.com/office/officeart/2005/8/layout/hierarchy3"/>
    <dgm:cxn modelId="{6B3CA008-3C60-46EE-8FCF-2C06C2494C12}" type="presOf" srcId="{67242081-34AB-4959-8AB3-C34FE4600DD6}" destId="{E397261D-5D17-43EC-A43B-ED7CDA980420}" srcOrd="1" destOrd="0" presId="urn:microsoft.com/office/officeart/2005/8/layout/hierarchy3"/>
    <dgm:cxn modelId="{957A2D09-02BA-4D57-9155-51963B470925}" srcId="{CFB5766A-B1ED-415F-9194-6C71ACE60B23}" destId="{E56E82E9-66C6-4FC9-9FB1-303B8B749DF3}" srcOrd="3" destOrd="0" parTransId="{CE4F26F7-7F2A-4A0B-9336-029E8B578C7A}" sibTransId="{C7798A88-BC33-4591-AEDE-2279747F0675}"/>
    <dgm:cxn modelId="{B5EC6011-3180-4EE6-B2AE-588A580F6148}" srcId="{D5B9B4C5-6E71-446B-B4A1-00BDD1D327A0}" destId="{E89A8A63-74EC-4E13-95C8-E1DCCB82082F}" srcOrd="0" destOrd="0" parTransId="{5523268E-462C-4445-9644-0672A3B904E4}" sibTransId="{E9499A2C-D840-4AD3-95D9-F0C459865664}"/>
    <dgm:cxn modelId="{1A7BA711-A169-4A7C-AF9F-02BF4B24555F}" type="presOf" srcId="{D3BFE67B-485D-42B6-9F2E-B80BAA6A1004}" destId="{9D8BA42A-3409-412C-B8F8-A18FF7697442}" srcOrd="0" destOrd="3" presId="urn:microsoft.com/office/officeart/2005/8/layout/hierarchy3"/>
    <dgm:cxn modelId="{E7058618-0CE0-48CE-8292-CDA55DA19CFB}" type="presOf" srcId="{FFA03EE1-00F0-4535-9FBF-D97BECDCEBF8}" destId="{63BC16A7-569A-46DC-825D-AC1C72339757}" srcOrd="0" destOrd="0" presId="urn:microsoft.com/office/officeart/2005/8/layout/hierarchy3"/>
    <dgm:cxn modelId="{1BD81C20-A93B-4C9A-BDE2-C18A29314063}" srcId="{12D23CFF-1C7D-408C-924B-D4FA77194C34}" destId="{67242081-34AB-4959-8AB3-C34FE4600DD6}" srcOrd="2" destOrd="0" parTransId="{003921F4-1E3B-4AFB-9637-DC800A59F1DC}" sibTransId="{29572CDF-95AD-4D1C-A89C-D4ED6159711F}"/>
    <dgm:cxn modelId="{1F7DED20-6D8D-450C-A7D0-AA0628812124}" type="presOf" srcId="{FBB9A2FE-BFF5-4D33-B91C-75D226FC214D}" destId="{857F2D5C-B287-4AAE-AFB2-B7CC264662DA}" srcOrd="0" destOrd="0" presId="urn:microsoft.com/office/officeart/2005/8/layout/hierarchy3"/>
    <dgm:cxn modelId="{CFAE5E28-E53A-475E-807E-0497600031ED}" srcId="{CFB5766A-B1ED-415F-9194-6C71ACE60B23}" destId="{C4C2346D-FF0D-4D8D-8482-5FBDB97FAABF}" srcOrd="0" destOrd="0" parTransId="{51EC309D-0EE9-450A-A8D8-D0AABCF5DEE5}" sibTransId="{E7FE2228-699A-4ECE-89A8-F51F4CBC5FAB}"/>
    <dgm:cxn modelId="{9D7DFE29-E4AA-449E-83A4-9119A366A7AD}" srcId="{9C48C491-310F-446C-91D8-56DE15FF1766}" destId="{CFB5766A-B1ED-415F-9194-6C71ACE60B23}" srcOrd="0" destOrd="0" parTransId="{F5B23AB7-BAA8-4843-AE0E-4A599C5F5267}" sibTransId="{586E6989-2A9B-4E7E-94E9-DBF6EC6012F1}"/>
    <dgm:cxn modelId="{4512BC2B-AD52-48F2-9A96-A917E5854461}" type="presOf" srcId="{7E610F06-E579-4ECD-81D4-B7FEC86823D8}" destId="{9D8BA42A-3409-412C-B8F8-A18FF7697442}" srcOrd="0" destOrd="0" presId="urn:microsoft.com/office/officeart/2005/8/layout/hierarchy3"/>
    <dgm:cxn modelId="{9E53FF33-79AD-4043-83D0-BAF76DE5C73A}" srcId="{FFA03EE1-00F0-4535-9FBF-D97BECDCEBF8}" destId="{4CAA5A01-6AC6-4CD0-8CD6-926FA0D12675}" srcOrd="2" destOrd="0" parTransId="{E457AD37-3309-4177-A8E7-49CB620522A4}" sibTransId="{06267C79-170D-4083-8D5B-C1345F2C5731}"/>
    <dgm:cxn modelId="{95C86E35-4C01-4AC5-9D54-645A4E4C28FA}" type="presOf" srcId="{BCF64A35-5E74-4269-8706-9C4CD5FA4E62}" destId="{F6F5171C-3994-4FA4-B5AD-AFADCB46601B}" srcOrd="0" destOrd="2" presId="urn:microsoft.com/office/officeart/2005/8/layout/hierarchy3"/>
    <dgm:cxn modelId="{7554DB35-4A72-4BDD-927F-435A962436EA}" srcId="{FFA03EE1-00F0-4535-9FBF-D97BECDCEBF8}" destId="{9A32D9C3-75AB-4DA8-9544-A7008DF825A7}" srcOrd="1" destOrd="0" parTransId="{B78E6C05-DDB6-4BC7-B30C-361C2C5E26EA}" sibTransId="{76FEBF08-D566-4908-A551-0A1691FAD469}"/>
    <dgm:cxn modelId="{881BEF38-7BAA-497A-A312-78737E7F7B57}" type="presOf" srcId="{67242081-34AB-4959-8AB3-C34FE4600DD6}" destId="{5A4C26A0-81A6-4B59-A756-880665AE0158}" srcOrd="0" destOrd="0" presId="urn:microsoft.com/office/officeart/2005/8/layout/hierarchy3"/>
    <dgm:cxn modelId="{761CCB3F-845D-4041-8E6E-ED8A6010A352}" type="presOf" srcId="{22B82B08-A6D8-484D-ADFD-687BCE089A34}" destId="{78DA55D8-5FB9-43EB-B820-4411BAE74713}" srcOrd="0" destOrd="2" presId="urn:microsoft.com/office/officeart/2005/8/layout/hierarchy3"/>
    <dgm:cxn modelId="{6425B041-2BDF-484F-87AB-86E62F293AC3}" srcId="{E89A8A63-74EC-4E13-95C8-E1DCCB82082F}" destId="{43D5ADF9-8C3F-4B26-B938-8CE70E529A46}" srcOrd="0" destOrd="0" parTransId="{14172882-6CDD-44A4-9696-38BF02BC9CFB}" sibTransId="{A6208B92-2691-4FF5-B10F-934B3A61EEB9}"/>
    <dgm:cxn modelId="{AC8D9946-5468-44AC-AB8C-93E09D6930A5}" type="presOf" srcId="{0DBB45EB-6C68-4010-8B8D-394EA032EBED}" destId="{F6F5171C-3994-4FA4-B5AD-AFADCB46601B}" srcOrd="0" destOrd="0" presId="urn:microsoft.com/office/officeart/2005/8/layout/hierarchy3"/>
    <dgm:cxn modelId="{43BD5347-52F3-417A-9B27-D63C1A1C67F7}" srcId="{0DBB45EB-6C68-4010-8B8D-394EA032EBED}" destId="{BCF64A35-5E74-4269-8706-9C4CD5FA4E62}" srcOrd="1" destOrd="0" parTransId="{AC3158CC-B6FE-4A6C-8FF5-644FC6D00342}" sibTransId="{0F28B316-8AE0-4881-8C5C-CB9F884B7222}"/>
    <dgm:cxn modelId="{8DA41D48-CFAD-4DB0-BAD5-874019621C35}" type="presOf" srcId="{D7321970-239D-40E2-BA9C-8D33735C934A}" destId="{B817A7B5-1794-4A3E-B3A5-D08192604EB7}" srcOrd="0" destOrd="0" presId="urn:microsoft.com/office/officeart/2005/8/layout/hierarchy3"/>
    <dgm:cxn modelId="{AB26AD70-1F35-408D-9258-ED68950705EE}" srcId="{7E610F06-E579-4ECD-81D4-B7FEC86823D8}" destId="{D3BFE67B-485D-42B6-9F2E-B80BAA6A1004}" srcOrd="2" destOrd="0" parTransId="{E15DB7BA-2331-45D2-9AD8-6F7D69996591}" sibTransId="{11793032-6327-4AA6-A336-A3255ED6E94A}"/>
    <dgm:cxn modelId="{690AFC50-C0FB-4201-818A-6707BF09AEE5}" srcId="{E2EF1492-FA47-4E99-BC1F-1A20DE4751C8}" destId="{A5A60B57-CD1C-4FC0-8B3B-2619A46F5F81}" srcOrd="0" destOrd="0" parTransId="{8CF42E93-0DF0-48A3-884B-65B9BDC85171}" sibTransId="{F7EF9606-6C1A-4B4F-B86C-4E86204D7243}"/>
    <dgm:cxn modelId="{0F3F0872-C40E-4570-A3DC-A65CA8CC4CC5}" type="presOf" srcId="{E2EF1492-FA47-4E99-BC1F-1A20DE4751C8}" destId="{DA115F0B-DEFC-4506-A550-8851000DD2D7}" srcOrd="0" destOrd="0" presId="urn:microsoft.com/office/officeart/2005/8/layout/hierarchy3"/>
    <dgm:cxn modelId="{61CD0C72-E53C-4D42-8DFA-CAA8EEE96380}" type="presOf" srcId="{C4C2346D-FF0D-4D8D-8482-5FBDB97FAABF}" destId="{78DA55D8-5FB9-43EB-B820-4411BAE74713}" srcOrd="0" destOrd="1" presId="urn:microsoft.com/office/officeart/2005/8/layout/hierarchy3"/>
    <dgm:cxn modelId="{9CC71554-C923-4FA3-824F-7A3D76714B3E}" type="presOf" srcId="{43D5ADF9-8C3F-4B26-B938-8CE70E529A46}" destId="{FDC2B312-85E9-4A23-86AF-4137277E13BA}" srcOrd="0" destOrd="1" presId="urn:microsoft.com/office/officeart/2005/8/layout/hierarchy3"/>
    <dgm:cxn modelId="{241C3674-516F-489D-AA9A-4FA6BA1D5E64}" type="presOf" srcId="{4CAA5A01-6AC6-4CD0-8CD6-926FA0D12675}" destId="{63BC16A7-569A-46DC-825D-AC1C72339757}" srcOrd="0" destOrd="3" presId="urn:microsoft.com/office/officeart/2005/8/layout/hierarchy3"/>
    <dgm:cxn modelId="{CAA51176-4C3E-4BC5-8F47-CB0BE9B4AE13}" srcId="{0DBB45EB-6C68-4010-8B8D-394EA032EBED}" destId="{32DC000F-1318-4BA9-856E-9BFF88FF6B7A}" srcOrd="2" destOrd="0" parTransId="{62F1A2F5-2463-4807-9FD4-1FE0DAF98710}" sibTransId="{48DA0F5D-E0F9-463B-A7FD-621526D33782}"/>
    <dgm:cxn modelId="{0F645378-DFCF-4674-8051-BB3C28D971D2}" type="presOf" srcId="{8B2106BF-FA41-4ECD-B74A-CFA8610D9075}" destId="{FDC2B312-85E9-4A23-86AF-4137277E13BA}" srcOrd="0" destOrd="3" presId="urn:microsoft.com/office/officeart/2005/8/layout/hierarchy3"/>
    <dgm:cxn modelId="{88A31059-B3FB-49AD-9EBA-49891DE5AD97}" type="presOf" srcId="{D5B9B4C5-6E71-446B-B4A1-00BDD1D327A0}" destId="{84224BC1-1616-43D8-8A37-50023DB2BFA7}" srcOrd="0" destOrd="0" presId="urn:microsoft.com/office/officeart/2005/8/layout/hierarchy3"/>
    <dgm:cxn modelId="{FFFC435A-4F28-485D-AE88-D9B35F85E579}" type="presOf" srcId="{E56E82E9-66C6-4FC9-9FB1-303B8B749DF3}" destId="{78DA55D8-5FB9-43EB-B820-4411BAE74713}" srcOrd="0" destOrd="4" presId="urn:microsoft.com/office/officeart/2005/8/layout/hierarchy3"/>
    <dgm:cxn modelId="{C6BA6481-08A3-4702-B811-A12E6D195D38}" type="presOf" srcId="{B9132E71-83DD-4CE1-A687-D5DF68C1C5B9}" destId="{B45C3B53-AE68-49C6-AB92-D120E5690D53}" srcOrd="0" destOrd="0" presId="urn:microsoft.com/office/officeart/2005/8/layout/hierarchy3"/>
    <dgm:cxn modelId="{D6343783-6801-4404-9618-66B8C81DFF21}" srcId="{E89A8A63-74EC-4E13-95C8-E1DCCB82082F}" destId="{8E61A007-9BED-4263-9BD3-606ABD6F3B49}" srcOrd="1" destOrd="0" parTransId="{F812B3E0-3937-44C1-A306-072948A34315}" sibTransId="{46850ACD-FA66-450C-A9D3-6795BAF5AC56}"/>
    <dgm:cxn modelId="{D88F6488-74E8-4610-934D-72FB8EE2B613}" type="presOf" srcId="{9A32D9C3-75AB-4DA8-9544-A7008DF825A7}" destId="{63BC16A7-569A-46DC-825D-AC1C72339757}" srcOrd="0" destOrd="2" presId="urn:microsoft.com/office/officeart/2005/8/layout/hierarchy3"/>
    <dgm:cxn modelId="{50DAF78E-FCD9-4D79-8A94-39E6E9DB6A9B}" srcId="{67242081-34AB-4959-8AB3-C34FE4600DD6}" destId="{7E610F06-E579-4ECD-81D4-B7FEC86823D8}" srcOrd="1" destOrd="0" parTransId="{FBB9A2FE-BFF5-4D33-B91C-75D226FC214D}" sibTransId="{4D555126-155A-48B1-852A-B34C160A8A82}"/>
    <dgm:cxn modelId="{49EEE692-F81F-47F5-B689-97B9DBF70DA7}" type="presOf" srcId="{D6967B86-AC2B-42D5-81FA-8E5D5CB208D8}" destId="{9D8BA42A-3409-412C-B8F8-A18FF7697442}" srcOrd="0" destOrd="2" presId="urn:microsoft.com/office/officeart/2005/8/layout/hierarchy3"/>
    <dgm:cxn modelId="{D0037E96-F872-4E06-9526-8783046B11AC}" type="presOf" srcId="{E89A8A63-74EC-4E13-95C8-E1DCCB82082F}" destId="{FDC2B312-85E9-4A23-86AF-4137277E13BA}" srcOrd="0" destOrd="0" presId="urn:microsoft.com/office/officeart/2005/8/layout/hierarchy3"/>
    <dgm:cxn modelId="{3DB64D97-C137-4F17-B5C6-CEF87E0C7BB5}" type="presOf" srcId="{68D917A8-72E1-45A5-9B7B-FDB2D1538218}" destId="{DA115F0B-DEFC-4506-A550-8851000DD2D7}" srcOrd="0" destOrd="2" presId="urn:microsoft.com/office/officeart/2005/8/layout/hierarchy3"/>
    <dgm:cxn modelId="{7B8F409C-3F6B-455A-A476-8BBAD3033DAD}" type="presOf" srcId="{D5B9B4C5-6E71-446B-B4A1-00BDD1D327A0}" destId="{7E1FF863-5C7D-4F35-A896-12A362CC8BFA}" srcOrd="1" destOrd="0" presId="urn:microsoft.com/office/officeart/2005/8/layout/hierarchy3"/>
    <dgm:cxn modelId="{36A594A7-D198-4122-843A-B1364B661C39}" type="presOf" srcId="{12D23CFF-1C7D-408C-924B-D4FA77194C34}" destId="{CEAFC5E9-3F74-473C-A1DC-5C03FBC28A88}" srcOrd="0" destOrd="0" presId="urn:microsoft.com/office/officeart/2005/8/layout/hierarchy3"/>
    <dgm:cxn modelId="{E4D32CA8-A97B-462A-A1F8-0B4FF59FED7C}" srcId="{7E610F06-E579-4ECD-81D4-B7FEC86823D8}" destId="{0385E40F-E26A-421C-96A9-BFD017B13E23}" srcOrd="0" destOrd="0" parTransId="{49D13B2E-ABFA-4391-A3AB-46003B883087}" sibTransId="{FB23828A-F9EA-4D5D-A0B4-5113399C82AD}"/>
    <dgm:cxn modelId="{FE0F6DB5-1F72-4F8E-BB76-3D02A203007E}" srcId="{7E610F06-E579-4ECD-81D4-B7FEC86823D8}" destId="{D6967B86-AC2B-42D5-81FA-8E5D5CB208D8}" srcOrd="1" destOrd="0" parTransId="{F857CCFD-7735-483C-A088-7F55540E2A89}" sibTransId="{FACA4ADC-CDDC-4D65-B3BA-673125F86AC6}"/>
    <dgm:cxn modelId="{9DC545B7-10E3-47AA-AACB-76AA49A71E19}" srcId="{12D23CFF-1C7D-408C-924B-D4FA77194C34}" destId="{9C48C491-310F-446C-91D8-56DE15FF1766}" srcOrd="0" destOrd="0" parTransId="{450AD555-9A13-462C-B2D6-155DB0508046}" sibTransId="{D2D469D9-0083-47A6-BD29-69212225A7C6}"/>
    <dgm:cxn modelId="{33032EBD-5AC5-4572-A557-EF7D51E10A1D}" type="presOf" srcId="{8E61A007-9BED-4263-9BD3-606ABD6F3B49}" destId="{FDC2B312-85E9-4A23-86AF-4137277E13BA}" srcOrd="0" destOrd="2" presId="urn:microsoft.com/office/officeart/2005/8/layout/hierarchy3"/>
    <dgm:cxn modelId="{0A716ABD-5674-4767-A37E-E82BDFB4C30F}" srcId="{D5B9B4C5-6E71-446B-B4A1-00BDD1D327A0}" destId="{E2EF1492-FA47-4E99-BC1F-1A20DE4751C8}" srcOrd="1" destOrd="0" parTransId="{D7321970-239D-40E2-BA9C-8D33735C934A}" sibTransId="{4C3C9B65-4B74-4D03-9B03-CDDD4F4332F1}"/>
    <dgm:cxn modelId="{3B423ABF-B793-4C37-91A8-947E7A8A5D15}" type="presOf" srcId="{0385E40F-E26A-421C-96A9-BFD017B13E23}" destId="{9D8BA42A-3409-412C-B8F8-A18FF7697442}" srcOrd="0" destOrd="1" presId="urn:microsoft.com/office/officeart/2005/8/layout/hierarchy3"/>
    <dgm:cxn modelId="{D4BCB7C0-729A-4B24-99E3-DCAAE463E8D9}" type="presOf" srcId="{9C48C491-310F-446C-91D8-56DE15FF1766}" destId="{3B8F57B6-AAB8-4D94-B2F5-A7CA86098282}" srcOrd="1" destOrd="0" presId="urn:microsoft.com/office/officeart/2005/8/layout/hierarchy3"/>
    <dgm:cxn modelId="{37EC6BCE-5ABC-4606-94CD-4CD9B08AE073}" type="presOf" srcId="{5523268E-462C-4445-9644-0672A3B904E4}" destId="{4BA216D2-6C20-44F1-AD35-CFDF110F56A1}" srcOrd="0" destOrd="0" presId="urn:microsoft.com/office/officeart/2005/8/layout/hierarchy3"/>
    <dgm:cxn modelId="{F864C7D3-D8F8-4202-903F-497DF333BA72}" type="presOf" srcId="{8780C293-896F-4DBC-AB06-25748974EC18}" destId="{63BC16A7-569A-46DC-825D-AC1C72339757}" srcOrd="0" destOrd="1" presId="urn:microsoft.com/office/officeart/2005/8/layout/hierarchy3"/>
    <dgm:cxn modelId="{451EE7D5-F0B3-4971-8722-4D01856A44C8}" srcId="{E2EF1492-FA47-4E99-BC1F-1A20DE4751C8}" destId="{68D917A8-72E1-45A5-9B7B-FDB2D1538218}" srcOrd="1" destOrd="0" parTransId="{00E25DC4-7A13-488E-9557-23F19C878BA9}" sibTransId="{537787BB-0AF2-4727-94DC-BC64EBF08C21}"/>
    <dgm:cxn modelId="{5C2A94D7-87C1-4334-B371-2404392607BB}" srcId="{E89A8A63-74EC-4E13-95C8-E1DCCB82082F}" destId="{8B2106BF-FA41-4ECD-B74A-CFA8610D9075}" srcOrd="2" destOrd="0" parTransId="{B4046F5C-A173-404E-ADB5-01C0CACE900E}" sibTransId="{E12FD67B-7E26-4B11-932B-B160E5B2E5C6}"/>
    <dgm:cxn modelId="{86FE66DC-4C86-4E68-AD0F-BB328F4F2D9D}" srcId="{12D23CFF-1C7D-408C-924B-D4FA77194C34}" destId="{D5B9B4C5-6E71-446B-B4A1-00BDD1D327A0}" srcOrd="1" destOrd="0" parTransId="{B53842ED-25C5-49BC-8D6B-2C6F61C1C711}" sibTransId="{E45FD734-4FC6-4D32-BF07-8462780617BC}"/>
    <dgm:cxn modelId="{CBBDB7DC-B057-49B9-830C-19956AE4502B}" srcId="{CFB5766A-B1ED-415F-9194-6C71ACE60B23}" destId="{22B82B08-A6D8-484D-ADFD-687BCE089A34}" srcOrd="1" destOrd="0" parTransId="{CB1710CE-27F2-4DF5-81ED-469270FFA861}" sibTransId="{38BF4B7F-A37A-451E-BD7A-2B1BDA22F698}"/>
    <dgm:cxn modelId="{8C579DDF-7857-42FD-90D1-937288C956B6}" srcId="{CFB5766A-B1ED-415F-9194-6C71ACE60B23}" destId="{FD8C4D81-FE60-4897-B5CF-7F86FC7394ED}" srcOrd="2" destOrd="0" parTransId="{4CAF23BF-6778-490E-8BFF-AE279D87E426}" sibTransId="{2CAE2720-433C-40DB-950D-40ECF74DFD79}"/>
    <dgm:cxn modelId="{48D0CCE1-ED8E-4845-8974-32BC8A8DBB45}" type="presOf" srcId="{CFB5766A-B1ED-415F-9194-6C71ACE60B23}" destId="{78DA55D8-5FB9-43EB-B820-4411BAE74713}" srcOrd="0" destOrd="0" presId="urn:microsoft.com/office/officeart/2005/8/layout/hierarchy3"/>
    <dgm:cxn modelId="{D52E15E4-AE8F-4064-B386-1EC66A8D9CBA}" type="presOf" srcId="{32DC000F-1318-4BA9-856E-9BFF88FF6B7A}" destId="{F6F5171C-3994-4FA4-B5AD-AFADCB46601B}" srcOrd="0" destOrd="3" presId="urn:microsoft.com/office/officeart/2005/8/layout/hierarchy3"/>
    <dgm:cxn modelId="{2F8993E5-9D5A-4CD5-AD0D-3644CBC0A970}" type="presOf" srcId="{A5A60B57-CD1C-4FC0-8B3B-2619A46F5F81}" destId="{DA115F0B-DEFC-4506-A550-8851000DD2D7}" srcOrd="0" destOrd="1" presId="urn:microsoft.com/office/officeart/2005/8/layout/hierarchy3"/>
    <dgm:cxn modelId="{57F11CEB-F6DD-41B7-A4AA-876601A47E2F}" type="presOf" srcId="{FD8C4D81-FE60-4897-B5CF-7F86FC7394ED}" destId="{78DA55D8-5FB9-43EB-B820-4411BAE74713}" srcOrd="0" destOrd="3" presId="urn:microsoft.com/office/officeart/2005/8/layout/hierarchy3"/>
    <dgm:cxn modelId="{3E2F3BF1-FD61-4D3E-A10D-CFD46AFF8503}" type="presOf" srcId="{955847C1-377A-441E-B054-2B38D1193415}" destId="{F6F5171C-3994-4FA4-B5AD-AFADCB46601B}" srcOrd="0" destOrd="1" presId="urn:microsoft.com/office/officeart/2005/8/layout/hierarchy3"/>
    <dgm:cxn modelId="{0E238DF4-D4E9-4383-B8E8-91ADC01A0F7F}" srcId="{67242081-34AB-4959-8AB3-C34FE4600DD6}" destId="{FFA03EE1-00F0-4535-9FBF-D97BECDCEBF8}" srcOrd="0" destOrd="0" parTransId="{5DF9F603-CFE4-4603-990C-9851A4BD1CD4}" sibTransId="{E4E16C1A-EACD-40D1-A214-0AFE21E1B61A}"/>
    <dgm:cxn modelId="{2E3337F5-15F8-4C8C-8396-57229298E308}" type="presOf" srcId="{F5B23AB7-BAA8-4843-AE0E-4A599C5F5267}" destId="{CBA89F5B-3AC2-40C2-9FA8-5D674CB72C0C}" srcOrd="0" destOrd="0" presId="urn:microsoft.com/office/officeart/2005/8/layout/hierarchy3"/>
    <dgm:cxn modelId="{9450FEF7-B328-42EA-8598-C698B30B840A}" srcId="{0DBB45EB-6C68-4010-8B8D-394EA032EBED}" destId="{955847C1-377A-441E-B054-2B38D1193415}" srcOrd="0" destOrd="0" parTransId="{DADAA748-83D1-4E0A-AC49-146957E6D68C}" sibTransId="{7395FBF0-DD9D-493B-ACF2-6983746C17EB}"/>
    <dgm:cxn modelId="{149863F8-2A88-4D4E-A703-2FF233FEB434}" srcId="{FFA03EE1-00F0-4535-9FBF-D97BECDCEBF8}" destId="{8780C293-896F-4DBC-AB06-25748974EC18}" srcOrd="0" destOrd="0" parTransId="{A124C9E1-D919-440A-A186-C9DEA8C06ED9}" sibTransId="{64C18C6B-FF4F-44F3-828F-20E9DCBA881A}"/>
    <dgm:cxn modelId="{B407C4D9-D5DD-4756-8EFF-E450B6EC40FD}" type="presParOf" srcId="{CEAFC5E9-3F74-473C-A1DC-5C03FBC28A88}" destId="{C8AAEEC6-24F1-49CB-9960-965AEAB9C1C1}" srcOrd="0" destOrd="0" presId="urn:microsoft.com/office/officeart/2005/8/layout/hierarchy3"/>
    <dgm:cxn modelId="{B7C104F1-50EC-49E6-BFC5-EA5CB805E8B1}" type="presParOf" srcId="{C8AAEEC6-24F1-49CB-9960-965AEAB9C1C1}" destId="{A43087FD-229C-4963-9AF1-7E4CFCFC1DD0}" srcOrd="0" destOrd="0" presId="urn:microsoft.com/office/officeart/2005/8/layout/hierarchy3"/>
    <dgm:cxn modelId="{B96FCCFC-FBEB-444A-B756-C50BBA72B684}" type="presParOf" srcId="{A43087FD-229C-4963-9AF1-7E4CFCFC1DD0}" destId="{D21AD553-968E-4303-B053-3E2BC44759E2}" srcOrd="0" destOrd="0" presId="urn:microsoft.com/office/officeart/2005/8/layout/hierarchy3"/>
    <dgm:cxn modelId="{6A18AC67-D362-4876-8BFF-626F2CDA6289}" type="presParOf" srcId="{A43087FD-229C-4963-9AF1-7E4CFCFC1DD0}" destId="{3B8F57B6-AAB8-4D94-B2F5-A7CA86098282}" srcOrd="1" destOrd="0" presId="urn:microsoft.com/office/officeart/2005/8/layout/hierarchy3"/>
    <dgm:cxn modelId="{27894AA6-BCA9-4C16-AF97-60D3AB79F2A5}" type="presParOf" srcId="{C8AAEEC6-24F1-49CB-9960-965AEAB9C1C1}" destId="{B9456F50-AF73-42BF-B120-907C70572225}" srcOrd="1" destOrd="0" presId="urn:microsoft.com/office/officeart/2005/8/layout/hierarchy3"/>
    <dgm:cxn modelId="{ECC36FCD-7D29-4A36-A3C8-13A28BB37341}" type="presParOf" srcId="{B9456F50-AF73-42BF-B120-907C70572225}" destId="{CBA89F5B-3AC2-40C2-9FA8-5D674CB72C0C}" srcOrd="0" destOrd="0" presId="urn:microsoft.com/office/officeart/2005/8/layout/hierarchy3"/>
    <dgm:cxn modelId="{36D03471-F721-430A-B0B8-9D2EB5B2C12C}" type="presParOf" srcId="{B9456F50-AF73-42BF-B120-907C70572225}" destId="{78DA55D8-5FB9-43EB-B820-4411BAE74713}" srcOrd="1" destOrd="0" presId="urn:microsoft.com/office/officeart/2005/8/layout/hierarchy3"/>
    <dgm:cxn modelId="{9618802A-BA76-4351-BDEF-1BC784E81A9E}" type="presParOf" srcId="{B9456F50-AF73-42BF-B120-907C70572225}" destId="{B45C3B53-AE68-49C6-AB92-D120E5690D53}" srcOrd="2" destOrd="0" presId="urn:microsoft.com/office/officeart/2005/8/layout/hierarchy3"/>
    <dgm:cxn modelId="{5DC1F276-9FC9-4963-AE69-262807CD69E7}" type="presParOf" srcId="{B9456F50-AF73-42BF-B120-907C70572225}" destId="{F6F5171C-3994-4FA4-B5AD-AFADCB46601B}" srcOrd="3" destOrd="0" presId="urn:microsoft.com/office/officeart/2005/8/layout/hierarchy3"/>
    <dgm:cxn modelId="{7D5DBF09-314C-4F42-BA9A-0A40356EC6A0}" type="presParOf" srcId="{CEAFC5E9-3F74-473C-A1DC-5C03FBC28A88}" destId="{00E7AE6B-5F42-48FC-8A68-F76449CF1830}" srcOrd="1" destOrd="0" presId="urn:microsoft.com/office/officeart/2005/8/layout/hierarchy3"/>
    <dgm:cxn modelId="{F175D7FC-3AC7-42DE-9D2B-BDBEA055D17E}" type="presParOf" srcId="{00E7AE6B-5F42-48FC-8A68-F76449CF1830}" destId="{E1FAE1B7-E6AB-4B79-B0E3-4210D3455E17}" srcOrd="0" destOrd="0" presId="urn:microsoft.com/office/officeart/2005/8/layout/hierarchy3"/>
    <dgm:cxn modelId="{A802382E-A5DE-4496-BB2F-7E838AFD6FBB}" type="presParOf" srcId="{E1FAE1B7-E6AB-4B79-B0E3-4210D3455E17}" destId="{84224BC1-1616-43D8-8A37-50023DB2BFA7}" srcOrd="0" destOrd="0" presId="urn:microsoft.com/office/officeart/2005/8/layout/hierarchy3"/>
    <dgm:cxn modelId="{F0455148-5F6F-4F19-8C1A-2C039896F20E}" type="presParOf" srcId="{E1FAE1B7-E6AB-4B79-B0E3-4210D3455E17}" destId="{7E1FF863-5C7D-4F35-A896-12A362CC8BFA}" srcOrd="1" destOrd="0" presId="urn:microsoft.com/office/officeart/2005/8/layout/hierarchy3"/>
    <dgm:cxn modelId="{9AB32A87-E63D-446A-92B6-C87A55666220}" type="presParOf" srcId="{00E7AE6B-5F42-48FC-8A68-F76449CF1830}" destId="{C3B47327-7B5E-49C5-9BF0-C06951CEE5A9}" srcOrd="1" destOrd="0" presId="urn:microsoft.com/office/officeart/2005/8/layout/hierarchy3"/>
    <dgm:cxn modelId="{DFE223CC-5E81-4CCE-97A3-D1C901C33E62}" type="presParOf" srcId="{C3B47327-7B5E-49C5-9BF0-C06951CEE5A9}" destId="{4BA216D2-6C20-44F1-AD35-CFDF110F56A1}" srcOrd="0" destOrd="0" presId="urn:microsoft.com/office/officeart/2005/8/layout/hierarchy3"/>
    <dgm:cxn modelId="{561BD32B-2B5C-4546-B241-7F7FE950E725}" type="presParOf" srcId="{C3B47327-7B5E-49C5-9BF0-C06951CEE5A9}" destId="{FDC2B312-85E9-4A23-86AF-4137277E13BA}" srcOrd="1" destOrd="0" presId="urn:microsoft.com/office/officeart/2005/8/layout/hierarchy3"/>
    <dgm:cxn modelId="{1C2CD7FD-0263-4ECE-A4D5-806D45EA39D9}" type="presParOf" srcId="{C3B47327-7B5E-49C5-9BF0-C06951CEE5A9}" destId="{B817A7B5-1794-4A3E-B3A5-D08192604EB7}" srcOrd="2" destOrd="0" presId="urn:microsoft.com/office/officeart/2005/8/layout/hierarchy3"/>
    <dgm:cxn modelId="{2A6F4CED-1382-45B0-8F99-ABA4C1219EA2}" type="presParOf" srcId="{C3B47327-7B5E-49C5-9BF0-C06951CEE5A9}" destId="{DA115F0B-DEFC-4506-A550-8851000DD2D7}" srcOrd="3" destOrd="0" presId="urn:microsoft.com/office/officeart/2005/8/layout/hierarchy3"/>
    <dgm:cxn modelId="{59166779-6005-42D3-A8D1-C87D12B6B708}" type="presParOf" srcId="{CEAFC5E9-3F74-473C-A1DC-5C03FBC28A88}" destId="{A68A38A4-1C85-4647-9AA6-204B00CC10C2}" srcOrd="2" destOrd="0" presId="urn:microsoft.com/office/officeart/2005/8/layout/hierarchy3"/>
    <dgm:cxn modelId="{3E687C07-4755-41B5-B7BF-715EA08C36EE}" type="presParOf" srcId="{A68A38A4-1C85-4647-9AA6-204B00CC10C2}" destId="{F8DD93EA-C9FE-4A2C-8C9D-D8CD69C5A6E8}" srcOrd="0" destOrd="0" presId="urn:microsoft.com/office/officeart/2005/8/layout/hierarchy3"/>
    <dgm:cxn modelId="{55B15215-F443-41CE-B41A-8D7F22E95CDD}" type="presParOf" srcId="{F8DD93EA-C9FE-4A2C-8C9D-D8CD69C5A6E8}" destId="{5A4C26A0-81A6-4B59-A756-880665AE0158}" srcOrd="0" destOrd="0" presId="urn:microsoft.com/office/officeart/2005/8/layout/hierarchy3"/>
    <dgm:cxn modelId="{7454CF97-4595-483E-9184-978F6B274E09}" type="presParOf" srcId="{F8DD93EA-C9FE-4A2C-8C9D-D8CD69C5A6E8}" destId="{E397261D-5D17-43EC-A43B-ED7CDA980420}" srcOrd="1" destOrd="0" presId="urn:microsoft.com/office/officeart/2005/8/layout/hierarchy3"/>
    <dgm:cxn modelId="{B6EAEDC7-2015-44C4-B0F1-8442AD7834AB}" type="presParOf" srcId="{A68A38A4-1C85-4647-9AA6-204B00CC10C2}" destId="{4B1876D8-DD0D-4ED3-9E89-3FE7A99A2825}" srcOrd="1" destOrd="0" presId="urn:microsoft.com/office/officeart/2005/8/layout/hierarchy3"/>
    <dgm:cxn modelId="{E89A09F2-FB1D-4CF4-9977-E2D5A79F67DC}" type="presParOf" srcId="{4B1876D8-DD0D-4ED3-9E89-3FE7A99A2825}" destId="{2FC3F846-5CE9-48BD-938A-FAAF660C5065}" srcOrd="0" destOrd="0" presId="urn:microsoft.com/office/officeart/2005/8/layout/hierarchy3"/>
    <dgm:cxn modelId="{1C940C54-1528-49B4-BDCF-36DCC92492F4}" type="presParOf" srcId="{4B1876D8-DD0D-4ED3-9E89-3FE7A99A2825}" destId="{63BC16A7-569A-46DC-825D-AC1C72339757}" srcOrd="1" destOrd="0" presId="urn:microsoft.com/office/officeart/2005/8/layout/hierarchy3"/>
    <dgm:cxn modelId="{D37C1915-A29B-4382-AB55-FFF5D7691AAC}" type="presParOf" srcId="{4B1876D8-DD0D-4ED3-9E89-3FE7A99A2825}" destId="{857F2D5C-B287-4AAE-AFB2-B7CC264662DA}" srcOrd="2" destOrd="0" presId="urn:microsoft.com/office/officeart/2005/8/layout/hierarchy3"/>
    <dgm:cxn modelId="{8E949332-DC78-4E19-BD30-EAD58D1B4998}" type="presParOf" srcId="{4B1876D8-DD0D-4ED3-9E89-3FE7A99A2825}" destId="{9D8BA42A-3409-412C-B8F8-A18FF7697442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79268-6335-42BD-BE68-1C8100B21DF1}">
      <dsp:nvSpPr>
        <dsp:cNvPr id="0" name=""/>
        <dsp:cNvSpPr/>
      </dsp:nvSpPr>
      <dsp:spPr>
        <a:xfrm>
          <a:off x="0" y="0"/>
          <a:ext cx="5846164" cy="3432748"/>
        </a:xfrm>
        <a:prstGeom prst="roundRect">
          <a:avLst>
            <a:gd name="adj" fmla="val 8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2664194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Vehicle Data</a:t>
          </a:r>
        </a:p>
      </dsp:txBody>
      <dsp:txXfrm>
        <a:off x="85460" y="85460"/>
        <a:ext cx="5675244" cy="3261828"/>
      </dsp:txXfrm>
    </dsp:sp>
    <dsp:sp modelId="{45042EFA-071F-4C9B-8607-CE17D0B0D2B2}">
      <dsp:nvSpPr>
        <dsp:cNvPr id="0" name=""/>
        <dsp:cNvSpPr/>
      </dsp:nvSpPr>
      <dsp:spPr>
        <a:xfrm>
          <a:off x="146154" y="858187"/>
          <a:ext cx="876924" cy="78141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Train tree-based model</a:t>
          </a:r>
          <a:endParaRPr lang="en-US" sz="800" kern="1200"/>
        </a:p>
      </dsp:txBody>
      <dsp:txXfrm>
        <a:off x="170185" y="882218"/>
        <a:ext cx="828862" cy="733357"/>
      </dsp:txXfrm>
    </dsp:sp>
    <dsp:sp modelId="{E0D733FB-7EDD-484B-BD51-C8E8FD0225C4}">
      <dsp:nvSpPr>
        <dsp:cNvPr id="0" name=""/>
        <dsp:cNvSpPr/>
      </dsp:nvSpPr>
      <dsp:spPr>
        <a:xfrm>
          <a:off x="146154" y="1668123"/>
          <a:ext cx="876924" cy="78141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Compute variable importance</a:t>
          </a:r>
          <a:endParaRPr lang="en-US" sz="800" kern="1200"/>
        </a:p>
      </dsp:txBody>
      <dsp:txXfrm>
        <a:off x="170185" y="1692154"/>
        <a:ext cx="828862" cy="733357"/>
      </dsp:txXfrm>
    </dsp:sp>
    <dsp:sp modelId="{0F4299E4-2F3C-4E9B-8411-BA820671798D}">
      <dsp:nvSpPr>
        <dsp:cNvPr id="0" name=""/>
        <dsp:cNvSpPr/>
      </dsp:nvSpPr>
      <dsp:spPr>
        <a:xfrm>
          <a:off x="146154" y="2478060"/>
          <a:ext cx="876924" cy="78141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Drop low-importance variables</a:t>
          </a:r>
          <a:endParaRPr lang="en-US" sz="800" kern="1200"/>
        </a:p>
      </dsp:txBody>
      <dsp:txXfrm>
        <a:off x="170185" y="2502091"/>
        <a:ext cx="828862" cy="733357"/>
      </dsp:txXfrm>
    </dsp:sp>
    <dsp:sp modelId="{A2F685EE-7AB3-4038-BF1E-D9E01A15E1D1}">
      <dsp:nvSpPr>
        <dsp:cNvPr id="0" name=""/>
        <dsp:cNvSpPr/>
      </dsp:nvSpPr>
      <dsp:spPr>
        <a:xfrm>
          <a:off x="1169232" y="858187"/>
          <a:ext cx="4530777" cy="2402923"/>
        </a:xfrm>
        <a:prstGeom prst="roundRect">
          <a:avLst>
            <a:gd name="adj" fmla="val 10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1525856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Demographic Data</a:t>
          </a:r>
        </a:p>
      </dsp:txBody>
      <dsp:txXfrm>
        <a:off x="1243130" y="932085"/>
        <a:ext cx="4382981" cy="2255127"/>
      </dsp:txXfrm>
    </dsp:sp>
    <dsp:sp modelId="{AE245F40-87CF-4136-9237-EFD20E41C21C}">
      <dsp:nvSpPr>
        <dsp:cNvPr id="0" name=""/>
        <dsp:cNvSpPr/>
      </dsp:nvSpPr>
      <dsp:spPr>
        <a:xfrm>
          <a:off x="1282502" y="1699210"/>
          <a:ext cx="906155" cy="44122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Retrain combined model</a:t>
          </a:r>
          <a:endParaRPr lang="en-US" sz="800" kern="1200"/>
        </a:p>
      </dsp:txBody>
      <dsp:txXfrm>
        <a:off x="1296071" y="1712779"/>
        <a:ext cx="879017" cy="414082"/>
      </dsp:txXfrm>
    </dsp:sp>
    <dsp:sp modelId="{2C6C85A2-9384-463A-8B0A-D436C3056D70}">
      <dsp:nvSpPr>
        <dsp:cNvPr id="0" name=""/>
        <dsp:cNvSpPr/>
      </dsp:nvSpPr>
      <dsp:spPr>
        <a:xfrm>
          <a:off x="1282502" y="2168434"/>
          <a:ext cx="906155" cy="44122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Recalculate importance</a:t>
          </a:r>
          <a:endParaRPr lang="en-US" sz="800" kern="1200"/>
        </a:p>
      </dsp:txBody>
      <dsp:txXfrm>
        <a:off x="1296071" y="2182003"/>
        <a:ext cx="879017" cy="414082"/>
      </dsp:txXfrm>
    </dsp:sp>
    <dsp:sp modelId="{EF653E03-6920-41B0-A31E-E9AC1EEEB296}">
      <dsp:nvSpPr>
        <dsp:cNvPr id="0" name=""/>
        <dsp:cNvSpPr/>
      </dsp:nvSpPr>
      <dsp:spPr>
        <a:xfrm>
          <a:off x="1282502" y="2637657"/>
          <a:ext cx="906155" cy="44122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Drop weakest predictors</a:t>
          </a:r>
          <a:endParaRPr lang="en-US" sz="800" kern="1200"/>
        </a:p>
      </dsp:txBody>
      <dsp:txXfrm>
        <a:off x="1296071" y="2651226"/>
        <a:ext cx="879017" cy="414082"/>
      </dsp:txXfrm>
    </dsp:sp>
    <dsp:sp modelId="{C5AACFC8-AF5F-4962-8F7A-035A27041FC5}">
      <dsp:nvSpPr>
        <dsp:cNvPr id="0" name=""/>
        <dsp:cNvSpPr/>
      </dsp:nvSpPr>
      <dsp:spPr>
        <a:xfrm>
          <a:off x="2309234" y="1716374"/>
          <a:ext cx="3244621" cy="1373099"/>
        </a:xfrm>
        <a:prstGeom prst="roundRect">
          <a:avLst>
            <a:gd name="adj" fmla="val 10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775038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Driving Behavior Data </a:t>
          </a:r>
          <a:endParaRPr lang="en-US" sz="2400" kern="1200"/>
        </a:p>
      </dsp:txBody>
      <dsp:txXfrm>
        <a:off x="2351462" y="1758602"/>
        <a:ext cx="3160165" cy="1288643"/>
      </dsp:txXfrm>
    </dsp:sp>
    <dsp:sp modelId="{96FF90C9-7BA3-4453-B061-87C00BDA6B49}">
      <dsp:nvSpPr>
        <dsp:cNvPr id="0" name=""/>
        <dsp:cNvSpPr/>
      </dsp:nvSpPr>
      <dsp:spPr>
        <a:xfrm>
          <a:off x="2390350" y="2334268"/>
          <a:ext cx="1006893" cy="61789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Retrain combined model</a:t>
          </a:r>
          <a:endParaRPr lang="en-US" sz="800" kern="1200"/>
        </a:p>
      </dsp:txBody>
      <dsp:txXfrm>
        <a:off x="2409352" y="2353270"/>
        <a:ext cx="968889" cy="579890"/>
      </dsp:txXfrm>
    </dsp:sp>
    <dsp:sp modelId="{EC810033-DD46-40B9-965D-E62A957F7547}">
      <dsp:nvSpPr>
        <dsp:cNvPr id="0" name=""/>
        <dsp:cNvSpPr/>
      </dsp:nvSpPr>
      <dsp:spPr>
        <a:xfrm>
          <a:off x="3425889" y="2334268"/>
          <a:ext cx="1006893" cy="61789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Recalculate importance</a:t>
          </a:r>
          <a:endParaRPr lang="en-US" sz="800" kern="1200"/>
        </a:p>
      </dsp:txBody>
      <dsp:txXfrm>
        <a:off x="3444891" y="2353270"/>
        <a:ext cx="968889" cy="579890"/>
      </dsp:txXfrm>
    </dsp:sp>
    <dsp:sp modelId="{B7D551F3-63A0-41BB-A47C-AE72D5C01ABD}">
      <dsp:nvSpPr>
        <dsp:cNvPr id="0" name=""/>
        <dsp:cNvSpPr/>
      </dsp:nvSpPr>
      <dsp:spPr>
        <a:xfrm>
          <a:off x="4461429" y="2334268"/>
          <a:ext cx="1006893" cy="617894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baseline="0"/>
            <a:t>Drop weakest predictors</a:t>
          </a:r>
          <a:endParaRPr lang="en-US" sz="800" kern="1200"/>
        </a:p>
      </dsp:txBody>
      <dsp:txXfrm>
        <a:off x="4480431" y="2353270"/>
        <a:ext cx="968889" cy="579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D61126-FAF1-4033-A2BB-873E68BD17A9}">
      <dsp:nvSpPr>
        <dsp:cNvPr id="0" name=""/>
        <dsp:cNvSpPr/>
      </dsp:nvSpPr>
      <dsp:spPr>
        <a:xfrm>
          <a:off x="0" y="674213"/>
          <a:ext cx="3130953" cy="187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bg1"/>
              </a:solidFill>
            </a:rPr>
            <a:t>Built Base 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>
              <a:solidFill>
                <a:schemeClr val="bg1"/>
              </a:solidFill>
            </a:rPr>
            <a:t>Constructed a Tweedie-based </a:t>
          </a:r>
          <a:r>
            <a:rPr lang="en-US" sz="1400" kern="1200" err="1">
              <a:solidFill>
                <a:schemeClr val="bg1"/>
              </a:solidFill>
            </a:rPr>
            <a:t>XGBoost</a:t>
          </a:r>
          <a:r>
            <a:rPr lang="en-US" sz="1400" kern="1200">
              <a:solidFill>
                <a:schemeClr val="bg1"/>
              </a:solidFill>
            </a:rPr>
            <a:t> model to predict </a:t>
          </a:r>
          <a:r>
            <a:rPr lang="en-US" sz="1400" i="0" kern="1200">
              <a:solidFill>
                <a:schemeClr val="bg1"/>
              </a:solidFill>
            </a:rPr>
            <a:t>claim cost per exposure.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>
              <a:solidFill>
                <a:schemeClr val="bg1"/>
              </a:solidFill>
            </a:rPr>
            <a:t>Generated predictions, evaluated performance (Top-Lift, Gini, RMSE, MAE, R²).</a:t>
          </a:r>
        </a:p>
      </dsp:txBody>
      <dsp:txXfrm>
        <a:off x="0" y="674213"/>
        <a:ext cx="3130953" cy="1878572"/>
      </dsp:txXfrm>
    </dsp:sp>
    <dsp:sp modelId="{21A2B0BB-B810-493A-896B-65C27843F55B}">
      <dsp:nvSpPr>
        <dsp:cNvPr id="0" name=""/>
        <dsp:cNvSpPr/>
      </dsp:nvSpPr>
      <dsp:spPr>
        <a:xfrm>
          <a:off x="3444048" y="674213"/>
          <a:ext cx="3130953" cy="187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solidFill>
                <a:schemeClr val="bg1"/>
              </a:solidFill>
            </a:rPr>
            <a:t>Hyperparameter Tuning of Tree-Based model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solidFill>
                <a:schemeClr val="bg1"/>
              </a:solidFill>
            </a:rPr>
            <a:t>Tuned parameters in sequential blocks for interpretability and efficiency.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solidFill>
                <a:schemeClr val="bg1"/>
              </a:solidFill>
            </a:rPr>
            <a:t>Performed </a:t>
          </a:r>
          <a:r>
            <a:rPr lang="en-US" sz="1200" kern="1200" err="1">
              <a:solidFill>
                <a:srgbClr val="000000"/>
              </a:solidFill>
              <a:latin typeface="Arial Nova"/>
              <a:ea typeface="+mn-ea"/>
              <a:cs typeface="+mn-cs"/>
            </a:rPr>
            <a:t>XGBoost</a:t>
          </a:r>
          <a:r>
            <a:rPr lang="en-US" sz="1200" kern="1200">
              <a:solidFill>
                <a:srgbClr val="000000"/>
              </a:solidFill>
              <a:latin typeface="Arial Nova"/>
              <a:ea typeface="+mn-ea"/>
              <a:cs typeface="+mn-cs"/>
            </a:rPr>
            <a:t> CV for each </a:t>
          </a:r>
          <a:r>
            <a:rPr lang="en-US" sz="1200" kern="1200">
              <a:solidFill>
                <a:schemeClr val="bg1"/>
              </a:solidFill>
            </a:rPr>
            <a:t>grid and selected best combination by lowest RMSE.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>
              <a:solidFill>
                <a:schemeClr val="bg1"/>
              </a:solidFill>
            </a:rPr>
            <a:t>Trained a fully tuned model and re-evaluated using validation metrics</a:t>
          </a:r>
          <a:r>
            <a:rPr lang="en-US" sz="1000" kern="1200">
              <a:solidFill>
                <a:schemeClr val="bg1"/>
              </a:solidFill>
            </a:rPr>
            <a:t>.</a:t>
          </a:r>
        </a:p>
      </dsp:txBody>
      <dsp:txXfrm>
        <a:off x="3444048" y="674213"/>
        <a:ext cx="3130953" cy="1878572"/>
      </dsp:txXfrm>
    </dsp:sp>
    <dsp:sp modelId="{9422E06F-0C75-4A69-8996-8F51BB108E08}">
      <dsp:nvSpPr>
        <dsp:cNvPr id="0" name=""/>
        <dsp:cNvSpPr/>
      </dsp:nvSpPr>
      <dsp:spPr>
        <a:xfrm>
          <a:off x="6888097" y="674213"/>
          <a:ext cx="3130953" cy="187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err="1">
              <a:solidFill>
                <a:schemeClr val="bg1"/>
              </a:solidFill>
            </a:rPr>
            <a:t>TabPFN</a:t>
          </a:r>
          <a:r>
            <a:rPr lang="en-US" sz="1600" b="1" kern="1200">
              <a:solidFill>
                <a:schemeClr val="bg1"/>
              </a:solidFill>
            </a:rPr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>
              <a:solidFill>
                <a:schemeClr val="bg1"/>
              </a:solidFill>
            </a:rPr>
            <a:t>Implemented </a:t>
          </a:r>
          <a:r>
            <a:rPr lang="en-US" sz="1400" kern="1200" err="1">
              <a:solidFill>
                <a:schemeClr val="bg1"/>
              </a:solidFill>
            </a:rPr>
            <a:t>TabPFNRegressor</a:t>
          </a:r>
          <a:r>
            <a:rPr lang="en-US" sz="1400" kern="1200">
              <a:solidFill>
                <a:schemeClr val="bg1"/>
              </a:solidFill>
            </a:rPr>
            <a:t> on a subsample (1,000 train / 500 </a:t>
          </a:r>
          <a:r>
            <a:rPr lang="en-US" sz="1400" kern="1200" err="1">
              <a:solidFill>
                <a:schemeClr val="bg1"/>
              </a:solidFill>
            </a:rPr>
            <a:t>val</a:t>
          </a:r>
          <a:r>
            <a:rPr lang="en-US" sz="1400" kern="1200">
              <a:solidFill>
                <a:schemeClr val="bg1"/>
              </a:solidFill>
            </a:rPr>
            <a:t>) due to CPU constraints.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>
              <a:solidFill>
                <a:schemeClr val="bg1"/>
              </a:solidFill>
            </a:rPr>
            <a:t>Evaluated model performance.</a:t>
          </a:r>
        </a:p>
      </dsp:txBody>
      <dsp:txXfrm>
        <a:off x="6888097" y="674213"/>
        <a:ext cx="3130953" cy="1878572"/>
      </dsp:txXfrm>
    </dsp:sp>
    <dsp:sp modelId="{830CC324-3C07-40DC-A1EA-6653567AE68D}">
      <dsp:nvSpPr>
        <dsp:cNvPr id="0" name=""/>
        <dsp:cNvSpPr/>
      </dsp:nvSpPr>
      <dsp:spPr>
        <a:xfrm>
          <a:off x="1722024" y="2865881"/>
          <a:ext cx="3130953" cy="187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bg1"/>
              </a:solidFill>
            </a:rPr>
            <a:t>Composite Poisson-Gamma 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solidFill>
                <a:schemeClr val="bg1"/>
              </a:solidFill>
            </a:rPr>
            <a:t>Poisson regression for claim frequency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solidFill>
                <a:schemeClr val="bg1"/>
              </a:solidFill>
            </a:rPr>
            <a:t>Gamma regression for claim severity (only on positive losses)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solidFill>
                <a:schemeClr val="bg1"/>
              </a:solidFill>
            </a:rPr>
            <a:t>Combined frequency × severity to obtain total loss predictions.</a:t>
          </a:r>
        </a:p>
      </dsp:txBody>
      <dsp:txXfrm>
        <a:off x="1722024" y="2865881"/>
        <a:ext cx="3130953" cy="1878572"/>
      </dsp:txXfrm>
    </dsp:sp>
    <dsp:sp modelId="{428C4509-B8BA-4D19-8C11-631F95871D1D}">
      <dsp:nvSpPr>
        <dsp:cNvPr id="0" name=""/>
        <dsp:cNvSpPr/>
      </dsp:nvSpPr>
      <dsp:spPr>
        <a:xfrm>
          <a:off x="5166073" y="2865881"/>
          <a:ext cx="3130953" cy="18785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chemeClr val="bg1"/>
              </a:solidFill>
            </a:rPr>
            <a:t>Model Comparisons and Conclusions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>
              <a:solidFill>
                <a:schemeClr val="bg1"/>
              </a:solidFill>
            </a:rPr>
            <a:t>Compared all models across validation metrics (RMSE, MAE, Gini, R², Top-Lift).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>
              <a:solidFill>
                <a:schemeClr val="bg1"/>
              </a:solidFill>
            </a:rPr>
            <a:t>Summarized strengths/weaknesses of Linear/GLM, Tree-based, Deep learning/</a:t>
          </a:r>
          <a:r>
            <a:rPr lang="en-US" sz="1300" kern="1200" err="1">
              <a:solidFill>
                <a:schemeClr val="bg1"/>
              </a:solidFill>
            </a:rPr>
            <a:t>TabPFN</a:t>
          </a:r>
          <a:r>
            <a:rPr lang="en-US" sz="1300" kern="1200">
              <a:solidFill>
                <a:schemeClr val="bg1"/>
              </a:solidFill>
            </a:rPr>
            <a:t> models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300" kern="1200">
              <a:solidFill>
                <a:schemeClr val="bg1"/>
              </a:solidFill>
            </a:rPr>
            <a:t>Identified where each model type is most</a:t>
          </a:r>
        </a:p>
      </dsp:txBody>
      <dsp:txXfrm>
        <a:off x="5166073" y="2865881"/>
        <a:ext cx="3130953" cy="18785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1AD553-968E-4303-B053-3E2BC44759E2}">
      <dsp:nvSpPr>
        <dsp:cNvPr id="0" name=""/>
        <dsp:cNvSpPr/>
      </dsp:nvSpPr>
      <dsp:spPr>
        <a:xfrm>
          <a:off x="879" y="367735"/>
          <a:ext cx="2056897" cy="1028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Tree-Based Models</a:t>
          </a:r>
        </a:p>
      </dsp:txBody>
      <dsp:txXfrm>
        <a:off x="31001" y="397857"/>
        <a:ext cx="1996653" cy="968204"/>
      </dsp:txXfrm>
    </dsp:sp>
    <dsp:sp modelId="{CBA89F5B-3AC2-40C2-9FA8-5D674CB72C0C}">
      <dsp:nvSpPr>
        <dsp:cNvPr id="0" name=""/>
        <dsp:cNvSpPr/>
      </dsp:nvSpPr>
      <dsp:spPr>
        <a:xfrm>
          <a:off x="206568" y="1396184"/>
          <a:ext cx="205689" cy="928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8617"/>
              </a:lnTo>
              <a:lnTo>
                <a:pt x="205689" y="9286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DA55D8-5FB9-43EB-B820-4411BAE74713}">
      <dsp:nvSpPr>
        <dsp:cNvPr id="0" name=""/>
        <dsp:cNvSpPr/>
      </dsp:nvSpPr>
      <dsp:spPr>
        <a:xfrm>
          <a:off x="412258" y="1653296"/>
          <a:ext cx="1645518" cy="13430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Pros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/>
            <a:t>Strong predictive accuracy on tabular data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/>
            <a:t>Captures nonlinearities &amp; interactions automatically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/>
            <a:t>Robust to outliers and skewed loss distributions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/>
            <a:t>Tuned model improves stability &amp; generalization</a:t>
          </a:r>
        </a:p>
      </dsp:txBody>
      <dsp:txXfrm>
        <a:off x="451593" y="1692631"/>
        <a:ext cx="1566848" cy="1264340"/>
      </dsp:txXfrm>
    </dsp:sp>
    <dsp:sp modelId="{B45C3B53-AE68-49C6-AB92-D120E5690D53}">
      <dsp:nvSpPr>
        <dsp:cNvPr id="0" name=""/>
        <dsp:cNvSpPr/>
      </dsp:nvSpPr>
      <dsp:spPr>
        <a:xfrm>
          <a:off x="206568" y="1396184"/>
          <a:ext cx="205689" cy="2371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71459"/>
              </a:lnTo>
              <a:lnTo>
                <a:pt x="205689" y="23714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5171C-3994-4FA4-B5AD-AFADCB46601B}">
      <dsp:nvSpPr>
        <dsp:cNvPr id="0" name=""/>
        <dsp:cNvSpPr/>
      </dsp:nvSpPr>
      <dsp:spPr>
        <a:xfrm>
          <a:off x="412258" y="3253418"/>
          <a:ext cx="1645518" cy="1028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Cons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Requires tuning for best performance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Harder to interpret than GLMs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Training can be computationally heavier than linear models</a:t>
          </a:r>
        </a:p>
      </dsp:txBody>
      <dsp:txXfrm>
        <a:off x="442380" y="3283540"/>
        <a:ext cx="1585274" cy="968204"/>
      </dsp:txXfrm>
    </dsp:sp>
    <dsp:sp modelId="{84224BC1-1616-43D8-8A37-50023DB2BFA7}">
      <dsp:nvSpPr>
        <dsp:cNvPr id="0" name=""/>
        <dsp:cNvSpPr/>
      </dsp:nvSpPr>
      <dsp:spPr>
        <a:xfrm>
          <a:off x="2572001" y="367735"/>
          <a:ext cx="2056897" cy="1028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err="1"/>
            <a:t>TabPFN</a:t>
          </a:r>
          <a:endParaRPr lang="en-US" sz="2900" kern="1200"/>
        </a:p>
      </dsp:txBody>
      <dsp:txXfrm>
        <a:off x="2602123" y="397857"/>
        <a:ext cx="1996653" cy="968204"/>
      </dsp:txXfrm>
    </dsp:sp>
    <dsp:sp modelId="{4BA216D2-6C20-44F1-AD35-CFDF110F56A1}">
      <dsp:nvSpPr>
        <dsp:cNvPr id="0" name=""/>
        <dsp:cNvSpPr/>
      </dsp:nvSpPr>
      <dsp:spPr>
        <a:xfrm>
          <a:off x="2777691" y="1396184"/>
          <a:ext cx="205689" cy="771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1336"/>
              </a:lnTo>
              <a:lnTo>
                <a:pt x="205689" y="77133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2B312-85E9-4A23-86AF-4137277E13BA}">
      <dsp:nvSpPr>
        <dsp:cNvPr id="0" name=""/>
        <dsp:cNvSpPr/>
      </dsp:nvSpPr>
      <dsp:spPr>
        <a:xfrm>
          <a:off x="2983381" y="1653296"/>
          <a:ext cx="1645518" cy="1028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Pros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No training or hyperparameter tuning needed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Extremely fast inference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Captures complex patterns through pretraining</a:t>
          </a:r>
        </a:p>
      </dsp:txBody>
      <dsp:txXfrm>
        <a:off x="3013503" y="1683418"/>
        <a:ext cx="1585274" cy="968204"/>
      </dsp:txXfrm>
    </dsp:sp>
    <dsp:sp modelId="{B817A7B5-1794-4A3E-B3A5-D08192604EB7}">
      <dsp:nvSpPr>
        <dsp:cNvPr id="0" name=""/>
        <dsp:cNvSpPr/>
      </dsp:nvSpPr>
      <dsp:spPr>
        <a:xfrm>
          <a:off x="2777691" y="1396184"/>
          <a:ext cx="165851" cy="23756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75624"/>
              </a:lnTo>
              <a:lnTo>
                <a:pt x="165851" y="23756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115F0B-DEFC-4506-A550-8851000DD2D7}">
      <dsp:nvSpPr>
        <dsp:cNvPr id="0" name=""/>
        <dsp:cNvSpPr/>
      </dsp:nvSpPr>
      <dsp:spPr>
        <a:xfrm>
          <a:off x="2943543" y="3257584"/>
          <a:ext cx="1645518" cy="1028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Cons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Works best on </a:t>
          </a:r>
          <a:r>
            <a:rPr lang="en-US" sz="800" i="1" kern="1200"/>
            <a:t>small datasets</a:t>
          </a:r>
          <a:endParaRPr lang="en-US" sz="800" kern="120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Sensitive to input encoding and sampling</a:t>
          </a:r>
        </a:p>
      </dsp:txBody>
      <dsp:txXfrm>
        <a:off x="2973665" y="3287706"/>
        <a:ext cx="1585274" cy="968204"/>
      </dsp:txXfrm>
    </dsp:sp>
    <dsp:sp modelId="{5A4C26A0-81A6-4B59-A756-880665AE0158}">
      <dsp:nvSpPr>
        <dsp:cNvPr id="0" name=""/>
        <dsp:cNvSpPr/>
      </dsp:nvSpPr>
      <dsp:spPr>
        <a:xfrm>
          <a:off x="5143123" y="367735"/>
          <a:ext cx="2056897" cy="10284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900" kern="1200"/>
            <a:t>Composite Model</a:t>
          </a:r>
        </a:p>
      </dsp:txBody>
      <dsp:txXfrm>
        <a:off x="5173245" y="397857"/>
        <a:ext cx="1996653" cy="968204"/>
      </dsp:txXfrm>
    </dsp:sp>
    <dsp:sp modelId="{2FC3F846-5CE9-48BD-938A-FAAF660C5065}">
      <dsp:nvSpPr>
        <dsp:cNvPr id="0" name=""/>
        <dsp:cNvSpPr/>
      </dsp:nvSpPr>
      <dsp:spPr>
        <a:xfrm>
          <a:off x="5348813" y="1396184"/>
          <a:ext cx="205689" cy="771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1336"/>
              </a:lnTo>
              <a:lnTo>
                <a:pt x="205689" y="77133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BC16A7-569A-46DC-825D-AC1C72339757}">
      <dsp:nvSpPr>
        <dsp:cNvPr id="0" name=""/>
        <dsp:cNvSpPr/>
      </dsp:nvSpPr>
      <dsp:spPr>
        <a:xfrm>
          <a:off x="5554503" y="1653296"/>
          <a:ext cx="1645518" cy="1028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/>
            <a:t>Pros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Highly interpretable and industry-standard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Separates frequency and severity for clarity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Simple, transparent, and easy to communicate</a:t>
          </a:r>
        </a:p>
      </dsp:txBody>
      <dsp:txXfrm>
        <a:off x="5584625" y="1683418"/>
        <a:ext cx="1585274" cy="968204"/>
      </dsp:txXfrm>
    </dsp:sp>
    <dsp:sp modelId="{857F2D5C-B287-4AAE-AFB2-B7CC264662DA}">
      <dsp:nvSpPr>
        <dsp:cNvPr id="0" name=""/>
        <dsp:cNvSpPr/>
      </dsp:nvSpPr>
      <dsp:spPr>
        <a:xfrm>
          <a:off x="5348813" y="1396184"/>
          <a:ext cx="179131" cy="23756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75624"/>
              </a:lnTo>
              <a:lnTo>
                <a:pt x="179131" y="237562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8BA42A-3409-412C-B8F8-A18FF7697442}">
      <dsp:nvSpPr>
        <dsp:cNvPr id="0" name=""/>
        <dsp:cNvSpPr/>
      </dsp:nvSpPr>
      <dsp:spPr>
        <a:xfrm>
          <a:off x="5527944" y="3257584"/>
          <a:ext cx="1645518" cy="10284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000" b="1" kern="1200"/>
            <a:t>Cons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Limited ability to capture nonlinear interactions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Predictive accuracy generally lower than ML models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800" kern="1200"/>
            <a:t>Relies heavily on correct distributional assumptions</a:t>
          </a:r>
        </a:p>
      </dsp:txBody>
      <dsp:txXfrm>
        <a:off x="5558066" y="3287706"/>
        <a:ext cx="1585274" cy="968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74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31DFB3-42E8-9540-92FB-4AE3F420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1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36261" y="415979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0097E88-8912-8A4F-9D00-BDA132434F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33153" y="4728131"/>
            <a:ext cx="7806047" cy="281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8E2CE6-6A25-40B9-BD31-82C75073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13" y="1656344"/>
            <a:ext cx="7805737" cy="2113466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687ADE-BAA9-634F-96B8-ACF4EE9BD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286000"/>
            <a:ext cx="7810499" cy="290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88BFD865-74BB-5B40-8DA8-7D7B921A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A4B708A-874B-4F75-A235-6908EB43FA8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7692CCA-B131-4A38-B627-C70AD7FDB711}" type="datetime1">
              <a:rPr lang="en-US" smtClean="0"/>
              <a:t>11/15/2025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1D589B3-67A1-4B39-9EEF-2FB7AB10E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8C2826F-AFA5-4EE3-A3B9-994AB2BF46E7}" type="datetime1">
              <a:rPr lang="en-US" smtClean="0"/>
              <a:t>11/15/2025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808B2-C5CA-FE45-B556-461D856BF7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25CA9F-967F-1545-8E32-09F4DB0F04F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4475" y="1862667"/>
            <a:ext cx="10103049" cy="86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69DD4EBD-237B-7245-A9C2-A37674E2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157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A6D65B-10A2-D743-9FFA-D14B8696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FCB9F5CF-0F1D-284B-B997-AC308FED47B9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951345" y="2286000"/>
            <a:ext cx="9145155" cy="31649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5652B48-7CDD-5645-B29B-54727CA5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0F4C76-2690-7448-8D03-9692C2BB101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C09B5-CD25-4B65-9120-D8EBD79ABC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F793688-4ED7-4C1E-82F9-125DA0EB24D5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281DE-BBF4-4AA1-B110-DC418232A0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9333A-6926-414D-9C9D-B62395A38A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855E5B9-5A63-2D46-8653-3FD1F538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4453"/>
            <a:ext cx="11158847" cy="5824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3FB492B-801F-1741-BD1B-89F9C6BFF0E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28700" y="2423161"/>
            <a:ext cx="9067800" cy="222740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4545B3-0290-D848-BDB5-811BC52B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709460-09E4-854A-889B-491A934DE40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749A19-BE29-4599-ABBE-E7C61FF9E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90D1AF2-EE3E-45B1-8B90-AB05E8DA6044}" type="datetime1">
              <a:rPr lang="en-US" smtClean="0"/>
              <a:t>11/15/2025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F30C11-6611-47E2-9CF7-8EE77F4CD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F710E8-4CE9-4D79-8121-DD559D321E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0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A99595-F780-594B-8C36-E4E5AF5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AFB169-81B7-454B-BE19-407333C86F3B}"/>
              </a:ext>
            </a:extLst>
          </p:cNvPr>
          <p:cNvCxnSpPr>
            <a:cxnSpLocks/>
          </p:cNvCxnSpPr>
          <p:nvPr userDrawn="1"/>
        </p:nvCxnSpPr>
        <p:spPr>
          <a:xfrm>
            <a:off x="2184935" y="1874704"/>
            <a:ext cx="897391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5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06611-233D-45FA-A146-AB9D4F4A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25" y="978781"/>
            <a:ext cx="1589372" cy="1325563"/>
          </a:xfrm>
          <a:prstGeom prst="rect">
            <a:avLst/>
          </a:prstGeom>
        </p:spPr>
        <p:txBody>
          <a:bodyPr/>
          <a:lstStyle>
            <a:lvl1pPr>
              <a:defRPr sz="20000"/>
            </a:lvl1pPr>
          </a:lstStyle>
          <a:p>
            <a:r>
              <a:rPr lang="en-US"/>
              <a:t>“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887C6-2D97-4388-AA65-CEEA6591BF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FB414F9-3A31-4553-A75E-B8C3F612FBAC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84EFA-1D77-40D3-B5AC-6652DC26F0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3CA07C-1BC2-4B16-8557-27C373CFC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AD8BFA-14F6-F54A-AB64-29F9F7616A7D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4640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9E731-6B9B-024E-9360-F9F34CC663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4313437"/>
            <a:ext cx="1828800" cy="401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D3D9C96-2F42-E545-BD97-AC8568E2F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7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92AA37C-BA0F-9C4F-B098-EDFE391C4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4600" y="4332486"/>
            <a:ext cx="1828800" cy="401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EAAAC92-F1DA-6847-8D56-1ACCD5E3B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846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4E4153D-E2B3-7D4A-8D92-FF6597B2FB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1512" y="431343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D6B703A-5BF6-744F-A3D3-C65E3F8B3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1512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82A9FE5-981A-B340-B8F8-D2DB83C19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594B2391-B4C8-5542-8285-39BAD874EC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25">
            <a:extLst>
              <a:ext uri="{FF2B5EF4-FFF2-40B4-BE49-F238E27FC236}">
                <a16:creationId xmlns:a16="http://schemas.microsoft.com/office/drawing/2014/main" id="{A2D87BC1-884E-CD4E-BABF-B7AF4DF786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87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DB0763B3-E65F-8A47-AA7C-C9A56C506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846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25">
            <a:extLst>
              <a:ext uri="{FF2B5EF4-FFF2-40B4-BE49-F238E27FC236}">
                <a16:creationId xmlns:a16="http://schemas.microsoft.com/office/drawing/2014/main" id="{1E0F47CF-6DE7-F745-B9D8-55421009AF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405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B4621956-6AB4-E346-8900-9AE2A51ADBC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B64062A-6292-0441-95CB-9A91F49D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A5D1B4EA-833F-4641-95D3-86CADD98F1D7}" type="datetime1">
              <a:rPr lang="en-US" smtClean="0"/>
              <a:t>11/15/2025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611EE2-9C8D-405E-9ABF-8EFD1E1D6B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 userDrawn="1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8" orient="horz" pos="3072" userDrawn="1">
          <p15:clr>
            <a:srgbClr val="FBAE40"/>
          </p15:clr>
        </p15:guide>
        <p15:guide id="13" pos="6384" userDrawn="1">
          <p15:clr>
            <a:srgbClr val="FBAE40"/>
          </p15:clr>
        </p15:guide>
        <p15:guide id="14" orient="horz" pos="32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A116A2E3-682D-BD4F-9FC9-4546B0C9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056DE-470B-C64D-99AE-5039A021EC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ADA9C53-0DC4-4D43-B80C-9B0A9E0EBD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8E68047-DF25-AB45-A0F0-F4DFE2351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1DB1B27-14E7-1549-BDAA-6DD31A1B1F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69D66743-22F2-C84F-9FD2-F350766D6C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A38EF55-8739-4A40-A228-67296EA938B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68DC74C-B0F9-2649-BEC3-BBA0BD7376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1422B-E6C5-43B2-9F2B-DECEB38121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9DC0828-3D52-482B-BE1A-C8E5D0273164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6A8F0-5D79-4C8A-9966-308409EB26B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14" pos="14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58692954-09AC-4937-B686-4D284501AFF4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7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476683E-62F2-7746-A136-3A729C70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52691"/>
            <a:ext cx="307815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EF5BDE3-656A-414E-BE18-702CA738A9D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039099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AADDF0-090D-2C4F-BE2D-160C2C55029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39760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E0EAFBC-DE77-7648-95EC-91DDA52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A16A97-402E-8040-9B48-1B6ED23ABC4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BD319C-69C3-3D46-977C-F80FD35E3C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31731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6FB95E-AD0D-3843-8241-AB907F5915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6252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C85BB87-C622-304F-9F58-8716188AA5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33114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6B0B5-56D6-429D-BC3A-5E501EDADA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C76C7E8F-CC75-48F2-9DE3-6AF3541F19A5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DFE9-DB89-4EB9-9FB1-D484EC0C1B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C09F4-4087-4A1E-B8B8-85A748DC901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8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8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D6FA74B-53F8-584F-85D3-47FB14D4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52369-C198-1E48-8F65-F6AC0534DFF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21E4-02B0-3748-9844-933F710058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3048678-0BD6-C448-8690-BD61FC6095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2286000"/>
            <a:ext cx="4876800" cy="2746375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134C-ADB9-4E1C-97DD-12E5DE2C77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52FE853-F374-41A1-88EF-EC629555CDC4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0C24D-14BB-46C9-A4C2-DB15E4FB9B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3D085-5F13-41E2-9C46-08E3E2846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8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8B57D363-927D-CE43-AD8A-2F5E6CC59E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5D3F73F-ECAB-452D-A4B2-E27CA438A726}" type="datetime1">
              <a:rPr lang="en-US" smtClean="0"/>
              <a:t>11/15/2025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4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350C782E-CF44-4B14-80A4-785C24CA2CDB}" type="datetime1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C4B4F87-0B31-4EDA-8270-4233B0D8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98180" y="6294120"/>
            <a:ext cx="1462788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Datathon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3500" y="6292334"/>
            <a:ext cx="41275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3" r:id="rId3"/>
    <p:sldLayoutId id="2147483671" r:id="rId4"/>
    <p:sldLayoutId id="2147483678" r:id="rId5"/>
    <p:sldLayoutId id="2147483676" r:id="rId6"/>
    <p:sldLayoutId id="2147483677" r:id="rId7"/>
    <p:sldLayoutId id="2147483660" r:id="rId8"/>
    <p:sldLayoutId id="2147483675" r:id="rId9"/>
    <p:sldLayoutId id="2147483679" r:id="rId10"/>
    <p:sldLayoutId id="2147483680" r:id="rId11"/>
    <p:sldLayoutId id="2147483681" r:id="rId12"/>
    <p:sldLayoutId id="214748368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 userDrawn="1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 userDrawn="1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 userDrawn="1">
          <p15:clr>
            <a:srgbClr val="F26B43"/>
          </p15:clr>
        </p15:guide>
        <p15:guide id="18" orient="horz" pos="3672" userDrawn="1">
          <p15:clr>
            <a:srgbClr val="F26B43"/>
          </p15:clr>
        </p15:guide>
        <p15:guide id="19" pos="398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C99CF7C-AFAB-48F1-8FC3-CCCE9898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Datathon</a:t>
            </a:r>
            <a:r>
              <a:rPr lang="en-US"/>
              <a:t>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CC17-4660-124A-8996-54F15FD169C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/>
              <a:t>Dylan Day</a:t>
            </a:r>
          </a:p>
          <a:p>
            <a:r>
              <a:rPr lang="en-US" b="1"/>
              <a:t>Natalie Schwartz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7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324FA0-0DB4-3942-B6B8-27D09C4FF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09607A-1079-0440-B136-F827E83999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106118"/>
            <a:ext cx="7810499" cy="2904530"/>
          </a:xfrm>
        </p:spPr>
        <p:txBody>
          <a:bodyPr/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b="1">
                <a:cs typeface="Calibri"/>
              </a:rPr>
              <a:t>Overview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b="1">
                <a:cs typeface="Calibri"/>
              </a:rPr>
              <a:t>Data ETL</a:t>
            </a:r>
            <a:endParaRPr lang="en-US" sz="2400">
              <a:cs typeface="Calibri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b="1">
                <a:cs typeface="Calibri"/>
              </a:rPr>
              <a:t>Data Exploration</a:t>
            </a:r>
            <a:endParaRPr lang="en-US" sz="2400">
              <a:cs typeface="Calibri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b="1">
                <a:cs typeface="Calibri"/>
              </a:rPr>
              <a:t>Model Selection</a:t>
            </a:r>
            <a:endParaRPr lang="en-US" sz="2400">
              <a:cs typeface="Calibri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b="1">
                <a:cs typeface="Calibri"/>
              </a:rPr>
              <a:t>Model Deployment</a:t>
            </a:r>
            <a:endParaRPr lang="en-US" sz="2400">
              <a:cs typeface="Calibri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b="1">
                <a:cs typeface="Calibri"/>
              </a:rPr>
              <a:t>Results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3857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37E2-1EBF-6244-8E0A-274D170CC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286002"/>
            <a:ext cx="6091628" cy="4189211"/>
          </a:xfrm>
        </p:spPr>
        <p:txBody>
          <a:bodyPr/>
          <a:lstStyle/>
          <a:p>
            <a:r>
              <a:rPr lang="en-US" err="1"/>
              <a:t>FutureBright</a:t>
            </a:r>
            <a:r>
              <a:rPr lang="en-US"/>
              <a:t> Insurance is seeking a predictive model to estimate expected auto claim losses and improve customer risk segmentation. </a:t>
            </a:r>
          </a:p>
          <a:p>
            <a:r>
              <a:rPr lang="en-US"/>
              <a:t>Using historical exposure and claims data, we build and compare several modeling approaches such as </a:t>
            </a:r>
            <a:r>
              <a:rPr lang="en-US" err="1"/>
              <a:t>XGBoost</a:t>
            </a:r>
            <a:r>
              <a:rPr lang="en-US"/>
              <a:t>, transformer-based </a:t>
            </a:r>
            <a:r>
              <a:rPr lang="en-US" err="1"/>
              <a:t>TabPFN</a:t>
            </a:r>
            <a:r>
              <a:rPr lang="en-US"/>
              <a:t>, and composite frequency–severity models which are supported by rigorous variable reduction and model tuning. </a:t>
            </a:r>
          </a:p>
          <a:p>
            <a:r>
              <a:rPr lang="en-US"/>
              <a:t>The presentation covers the full workflow from data exploration to model evaluation and business interpretation.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966EE-4FBD-534E-AAED-6C54465E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pic>
        <p:nvPicPr>
          <p:cNvPr id="14" name="Picture Placeholder 13" descr="Graphs and charts">
            <a:extLst>
              <a:ext uri="{FF2B5EF4-FFF2-40B4-BE49-F238E27FC236}">
                <a16:creationId xmlns:a16="http://schemas.microsoft.com/office/drawing/2014/main" id="{3E96CB1B-6454-2C6A-2E58-83DCBC4CE40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33" r="23633"/>
          <a:stretch>
            <a:fillRect/>
          </a:stretch>
        </p:blipFill>
        <p:spPr>
          <a:xfrm>
            <a:off x="7120328" y="1010412"/>
            <a:ext cx="4837176" cy="4837176"/>
          </a:xfrm>
        </p:spPr>
      </p:pic>
    </p:spTree>
    <p:extLst>
      <p:ext uri="{BB962C8B-B14F-4D97-AF65-F5344CB8AC3E}">
        <p14:creationId xmlns:p14="http://schemas.microsoft.com/office/powerpoint/2010/main" val="401783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53E442-C966-BF47-A022-DDAA2A6F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Extract, Transform, Load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D7BE2C-4E52-6E40-83F8-6BB9BB024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36261" y="1876617"/>
            <a:ext cx="10122586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B04BD3-0111-4FDB-C058-26B2988C9060}"/>
              </a:ext>
            </a:extLst>
          </p:cNvPr>
          <p:cNvSpPr txBox="1"/>
          <p:nvPr/>
        </p:nvSpPr>
        <p:spPr>
          <a:xfrm>
            <a:off x="1028700" y="2303727"/>
            <a:ext cx="1013014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In the ETL stage, the policy-level and claim-level datasets were loaded, cleaned, and merged to create a modeling and inference dataset. </a:t>
            </a:r>
          </a:p>
          <a:p>
            <a:endParaRPr lang="en-US" sz="24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Model and Inference data extracted and visualized to identify potential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‘</a:t>
            </a:r>
            <a:r>
              <a:rPr lang="en-US" sz="2400" err="1">
                <a:solidFill>
                  <a:schemeClr val="bg1"/>
                </a:solidFill>
              </a:rPr>
              <a:t>veh_value</a:t>
            </a:r>
            <a:r>
              <a:rPr lang="en-US" sz="2400">
                <a:solidFill>
                  <a:schemeClr val="bg1"/>
                </a:solidFill>
              </a:rPr>
              <a:t>’ and ‘</a:t>
            </a:r>
            <a:r>
              <a:rPr lang="en-US" sz="2400" err="1">
                <a:solidFill>
                  <a:schemeClr val="bg1"/>
                </a:solidFill>
              </a:rPr>
              <a:t>credit_score</a:t>
            </a:r>
            <a:r>
              <a:rPr lang="en-US" sz="2400">
                <a:solidFill>
                  <a:schemeClr val="bg1"/>
                </a:solidFill>
              </a:rPr>
              <a:t>’ are capped at their 99</a:t>
            </a:r>
            <a:r>
              <a:rPr lang="en-US" sz="2400" baseline="30000">
                <a:solidFill>
                  <a:schemeClr val="bg1"/>
                </a:solidFill>
              </a:rPr>
              <a:t>th</a:t>
            </a:r>
            <a:r>
              <a:rPr lang="en-US" sz="2400">
                <a:solidFill>
                  <a:schemeClr val="bg1"/>
                </a:solidFill>
              </a:rPr>
              <a:t> percentile for 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Data is loaded into memory for further exploration.</a:t>
            </a:r>
          </a:p>
        </p:txBody>
      </p:sp>
    </p:spTree>
    <p:extLst>
      <p:ext uri="{BB962C8B-B14F-4D97-AF65-F5344CB8AC3E}">
        <p14:creationId xmlns:p14="http://schemas.microsoft.com/office/powerpoint/2010/main" val="207217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E6F62B-E8BA-994D-F053-EAFBFE91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Exploration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830B4B-F576-6FA8-AD49-1E7FAADA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2225562"/>
            <a:ext cx="1016895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Loaded and prepared modeling and inference datasets.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Analyzed target distributions and applied a 99th percentile severity cap to control extreme values.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Generated diagnostic plots to understand heavy-tailed loss behavior.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Assessed predictor stability using a consistency check across modeling and inference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Ran predictiveness checks to evaluate how each predictor relates to frequency, severity, and exposure.</a:t>
            </a:r>
          </a:p>
        </p:txBody>
      </p:sp>
    </p:spTree>
    <p:extLst>
      <p:ext uri="{BB962C8B-B14F-4D97-AF65-F5344CB8AC3E}">
        <p14:creationId xmlns:p14="http://schemas.microsoft.com/office/powerpoint/2010/main" val="3227687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57A451-E092-F7F9-B1C7-C14C791D5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Exploration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838F30-37CF-B1E4-565A-458B0BAB86B2}"/>
              </a:ext>
            </a:extLst>
          </p:cNvPr>
          <p:cNvGrpSpPr/>
          <p:nvPr/>
        </p:nvGrpSpPr>
        <p:grpSpPr>
          <a:xfrm>
            <a:off x="715461" y="2605106"/>
            <a:ext cx="10761078" cy="3253826"/>
            <a:chOff x="4359" y="1992732"/>
            <a:chExt cx="12065222" cy="360027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8C246A-404B-518C-34F6-1B4B8B332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59" y="1992732"/>
              <a:ext cx="6030682" cy="359637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8BCF097-C8DA-A228-3DD2-2B394A109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4541" y="1992732"/>
              <a:ext cx="6035040" cy="36002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961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3AE8F-5244-D623-FA47-F1DAA24B3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7571B5-BEFE-43F0-7715-5341F34F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Exploration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1E2E21-2943-453C-A21D-228BE32D90A9}"/>
              </a:ext>
            </a:extLst>
          </p:cNvPr>
          <p:cNvGrpSpPr/>
          <p:nvPr/>
        </p:nvGrpSpPr>
        <p:grpSpPr>
          <a:xfrm>
            <a:off x="714756" y="2603668"/>
            <a:ext cx="10762488" cy="3255264"/>
            <a:chOff x="306596" y="2265340"/>
            <a:chExt cx="11885404" cy="359359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B96837A-6DB0-D9C1-F0DD-39ADC2693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596" y="2265340"/>
              <a:ext cx="6023835" cy="359359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C423D2-EBFF-F06D-CDC2-042DCDA77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8165" y="2265340"/>
              <a:ext cx="6023835" cy="35935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1320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6050-8D29-228E-8C79-A9F50B93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79CFEF-A61E-D35E-4163-CF856806C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019051" cy="645284"/>
          </a:xfrm>
        </p:spPr>
        <p:txBody>
          <a:bodyPr/>
          <a:lstStyle/>
          <a:p>
            <a:r>
              <a:rPr lang="en-US"/>
              <a:t>Data Exploration: Variable Reduction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0CA162-A1A0-1E47-C876-136DAF997ED1}"/>
              </a:ext>
            </a:extLst>
          </p:cNvPr>
          <p:cNvSpPr txBox="1"/>
          <p:nvPr/>
        </p:nvSpPr>
        <p:spPr>
          <a:xfrm>
            <a:off x="1028699" y="2263514"/>
            <a:ext cx="500686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First Round: Variable Reduction via Tree-based Model</a:t>
            </a:r>
          </a:p>
          <a:p>
            <a:endParaRPr lang="en-US" sz="2000" b="1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Start with the most promising data source and train a tree-based model.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Remove low-importance predictors, keeping only a handful of strong variables.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Add the next data source, retrain, and again remove weak predictors.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Repeat for the rest of the data sources until all sources have been screened.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FD194BEE-E4FB-C9C0-B6D1-F6B6166CB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334768"/>
              </p:ext>
            </p:extLst>
          </p:nvPr>
        </p:nvGraphicFramePr>
        <p:xfrm>
          <a:off x="6156441" y="2263514"/>
          <a:ext cx="5846164" cy="3432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3434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A285-FA22-C934-D673-7D2CC7A7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66C0D3-AA38-E06F-BA54-DD200A73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019051" cy="645284"/>
          </a:xfrm>
        </p:spPr>
        <p:txBody>
          <a:bodyPr/>
          <a:lstStyle/>
          <a:p>
            <a:r>
              <a:rPr lang="en-US"/>
              <a:t>Data Exploration: Variable Reduction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4194B-240B-07E3-CEE7-5FD4A335343E}"/>
              </a:ext>
            </a:extLst>
          </p:cNvPr>
          <p:cNvSpPr txBox="1"/>
          <p:nvPr/>
        </p:nvSpPr>
        <p:spPr>
          <a:xfrm>
            <a:off x="908777" y="1976646"/>
            <a:ext cx="4142908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Second Round: Variable Reduction via </a:t>
            </a:r>
            <a:r>
              <a:rPr lang="en-US" sz="2000" b="1" err="1">
                <a:solidFill>
                  <a:schemeClr val="bg1"/>
                </a:solidFill>
              </a:rPr>
              <a:t>VarClusHi</a:t>
            </a:r>
            <a:endParaRPr lang="en-US" sz="2000" b="1">
              <a:solidFill>
                <a:schemeClr val="bg1"/>
              </a:solidFill>
            </a:endParaRPr>
          </a:p>
          <a:p>
            <a:endParaRPr lang="en-US" sz="2000" b="1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What </a:t>
            </a:r>
            <a:r>
              <a:rPr lang="en-US" b="1" err="1">
                <a:solidFill>
                  <a:schemeClr val="bg1"/>
                </a:solidFill>
              </a:rPr>
              <a:t>VarClusHi</a:t>
            </a:r>
            <a:r>
              <a:rPr lang="en-US" b="1">
                <a:solidFill>
                  <a:schemeClr val="bg1"/>
                </a:solidFill>
              </a:rPr>
              <a:t> Does: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Groups variables into clusters based on shared variance (similar to hierarchical PCA).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Identifies sets of predictors that carry redundant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Helps reduce multicollinearity by selecting one representative variable per cluster.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How It Works:</a:t>
            </a:r>
          </a:p>
          <a:p>
            <a:r>
              <a:rPr lang="en-US" sz="1600">
                <a:solidFill>
                  <a:schemeClr val="bg1"/>
                </a:solidFill>
              </a:rPr>
              <a:t>Computes each variable’s R² with its own cluster vs. R² with the nearest competing cluster.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339B1A-4395-0A0F-7DAE-156CBD0CE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728721"/>
              </p:ext>
            </p:extLst>
          </p:nvPr>
        </p:nvGraphicFramePr>
        <p:xfrm>
          <a:off x="5051685" y="2004571"/>
          <a:ext cx="6960432" cy="440995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60072">
                  <a:extLst>
                    <a:ext uri="{9D8B030D-6E8A-4147-A177-3AD203B41FA5}">
                      <a16:colId xmlns:a16="http://schemas.microsoft.com/office/drawing/2014/main" val="4276889229"/>
                    </a:ext>
                  </a:extLst>
                </a:gridCol>
                <a:gridCol w="1160072">
                  <a:extLst>
                    <a:ext uri="{9D8B030D-6E8A-4147-A177-3AD203B41FA5}">
                      <a16:colId xmlns:a16="http://schemas.microsoft.com/office/drawing/2014/main" val="3924344487"/>
                    </a:ext>
                  </a:extLst>
                </a:gridCol>
                <a:gridCol w="1160072">
                  <a:extLst>
                    <a:ext uri="{9D8B030D-6E8A-4147-A177-3AD203B41FA5}">
                      <a16:colId xmlns:a16="http://schemas.microsoft.com/office/drawing/2014/main" val="864703875"/>
                    </a:ext>
                  </a:extLst>
                </a:gridCol>
                <a:gridCol w="1160072">
                  <a:extLst>
                    <a:ext uri="{9D8B030D-6E8A-4147-A177-3AD203B41FA5}">
                      <a16:colId xmlns:a16="http://schemas.microsoft.com/office/drawing/2014/main" val="295035805"/>
                    </a:ext>
                  </a:extLst>
                </a:gridCol>
                <a:gridCol w="1160072">
                  <a:extLst>
                    <a:ext uri="{9D8B030D-6E8A-4147-A177-3AD203B41FA5}">
                      <a16:colId xmlns:a16="http://schemas.microsoft.com/office/drawing/2014/main" val="791254610"/>
                    </a:ext>
                  </a:extLst>
                </a:gridCol>
                <a:gridCol w="1160072">
                  <a:extLst>
                    <a:ext uri="{9D8B030D-6E8A-4147-A177-3AD203B41FA5}">
                      <a16:colId xmlns:a16="http://schemas.microsoft.com/office/drawing/2014/main" val="4072544098"/>
                    </a:ext>
                  </a:extLst>
                </a:gridCol>
              </a:tblGrid>
              <a:tr h="301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RS_OWN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RS_NC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RS_RATIO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Importance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Kendall Tau</a:t>
                      </a:r>
                    </a:p>
                  </a:txBody>
                  <a:tcPr marL="68887" marR="68887" marT="34443" marB="34443" anchor="ctr"/>
                </a:tc>
                <a:extLst>
                  <a:ext uri="{0D108BD9-81ED-4DB2-BD59-A6C34878D82A}">
                    <a16:rowId xmlns:a16="http://schemas.microsoft.com/office/drawing/2014/main" val="3491264701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veh_value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0.753764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0.105931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0.275410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0.148462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0.005068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3580060184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max_power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0.803129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0.114554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0.222341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0.061292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0.000277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2363892560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veh_age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0.753764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0.009796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0.248672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0.058669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0.021723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1625565002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veh_body_SUV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0.573698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0.028331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0.438731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0.042644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0.048809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2003850195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driving_history_score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0.506224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0.006829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0.497172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0.038845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-0.041404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2679386425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veh_body_SEDAN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0.499745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0.037815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0.519915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0.034991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-0.031615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2659275360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low_education_ind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0.000624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0.000874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1.000250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0.031098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0.101715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3134877275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credit_score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0.003006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0.001924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0.998916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0.028970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-0.060454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1974041174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time_driven_6am - 12pm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0.834657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0.006283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0.166388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0.015685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0.009180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1103888444"/>
                  </a:ext>
                </a:extLst>
              </a:tr>
              <a:tr h="301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err="1">
                          <a:solidFill>
                            <a:schemeClr val="bg1"/>
                          </a:solidFill>
                          <a:effectLst/>
                        </a:rPr>
                        <a:t>veh_body_PANVN</a:t>
                      </a:r>
                      <a:endParaRPr lang="en-US" sz="1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0.027737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0.002069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0.974279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0.012804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-0.007882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56506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92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03605-3D59-7C53-6088-490D23C1D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7D25A-21C0-AC22-12B5-0950039E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019051" cy="645284"/>
          </a:xfrm>
        </p:spPr>
        <p:txBody>
          <a:bodyPr/>
          <a:lstStyle/>
          <a:p>
            <a:r>
              <a:rPr lang="en-US"/>
              <a:t>Model Selection: Overview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89D19B5-158F-AA5E-719F-92950EC19E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7779841"/>
              </p:ext>
            </p:extLst>
          </p:nvPr>
        </p:nvGraphicFramePr>
        <p:xfrm>
          <a:off x="1086474" y="1439333"/>
          <a:ext cx="1001905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7338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05F3-B1FA-5AAD-53CD-31940AAC2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7C2414-149A-8B32-7C32-836D85FB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019051" cy="645284"/>
          </a:xfrm>
        </p:spPr>
        <p:txBody>
          <a:bodyPr/>
          <a:lstStyle/>
          <a:p>
            <a:r>
              <a:rPr lang="en-US"/>
              <a:t>Model Selection: Tree-Based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EE272-AA36-71B5-AF4E-9A3C5D3D1540}"/>
              </a:ext>
            </a:extLst>
          </p:cNvPr>
          <p:cNvSpPr txBox="1"/>
          <p:nvPr/>
        </p:nvSpPr>
        <p:spPr>
          <a:xfrm>
            <a:off x="1028699" y="2248525"/>
            <a:ext cx="50673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err="1">
                <a:solidFill>
                  <a:schemeClr val="bg1"/>
                </a:solidFill>
              </a:rPr>
              <a:t>XGBoost</a:t>
            </a:r>
            <a:r>
              <a:rPr lang="en-US" b="1">
                <a:solidFill>
                  <a:schemeClr val="bg1"/>
                </a:solidFill>
              </a:rPr>
              <a:t> Base Model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Built an initial Tweedie-based </a:t>
            </a:r>
            <a:r>
              <a:rPr lang="en-US" err="1">
                <a:solidFill>
                  <a:schemeClr val="bg1"/>
                </a:solidFill>
              </a:rPr>
              <a:t>XGBoost</a:t>
            </a:r>
            <a:r>
              <a:rPr lang="en-US">
                <a:solidFill>
                  <a:schemeClr val="bg1"/>
                </a:solidFill>
              </a:rPr>
              <a:t> model using default or lightly-adjusted hyperparameters.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Provided strong baseline metrics with minimal tuning, capturing nonlinearities and interaction effects automatically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9A99F-8E76-815B-7AE4-F1B12E9CC629}"/>
              </a:ext>
            </a:extLst>
          </p:cNvPr>
          <p:cNvSpPr txBox="1"/>
          <p:nvPr/>
        </p:nvSpPr>
        <p:spPr>
          <a:xfrm>
            <a:off x="6400800" y="2248524"/>
            <a:ext cx="50673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err="1">
                <a:solidFill>
                  <a:schemeClr val="bg1"/>
                </a:solidFill>
              </a:rPr>
              <a:t>XGBoost</a:t>
            </a:r>
            <a:r>
              <a:rPr lang="en-US" b="1">
                <a:solidFill>
                  <a:schemeClr val="bg1"/>
                </a:solidFill>
              </a:rPr>
              <a:t> Tuned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Improved the base model through staged hyperparameter tuning (learning rate, subsampling, tree depth, regularization).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Achieved lower RMSE and higher R², indicating better generalization and more stable predictions.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41551-B658-D267-745B-F159D1F7D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45" y="4561227"/>
            <a:ext cx="5824382" cy="22967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A4DA2F-A814-92E2-F40B-BE75A8152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239" y="4561226"/>
            <a:ext cx="5820250" cy="229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22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95FF-BC8C-B736-1495-9FC5E145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BDE929-A747-2252-7B03-2363D6E6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019051" cy="645284"/>
          </a:xfrm>
        </p:spPr>
        <p:txBody>
          <a:bodyPr/>
          <a:lstStyle/>
          <a:p>
            <a:r>
              <a:rPr lang="en-US"/>
              <a:t>Model Selection: Deep Learning/</a:t>
            </a:r>
            <a:r>
              <a:rPr lang="en-US" err="1"/>
              <a:t>TabPFN</a:t>
            </a:r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1E4BA25-D55D-CDC6-936B-EDEDEAE1D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699" y="1956217"/>
            <a:ext cx="506730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err="1">
                <a:solidFill>
                  <a:schemeClr val="bg1"/>
                </a:solidFill>
              </a:rPr>
              <a:t>TabPFN</a:t>
            </a: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Transformer-based model pretrained on millions of synthetic tabular datasets, enabling zero-shot prediction with no training or tuning.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Designed for small, fully numeric, complete datasets, where it delivers fast and competitive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Acts as a universal learner by using in-context learning rather than gradient-based training.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EA7F56A-35B7-E438-72FE-EE7736B48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56217"/>
            <a:ext cx="5067302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Results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In this project, </a:t>
            </a:r>
            <a:r>
              <a:rPr kumimoji="0" lang="en-US" altLang="en-US" sz="180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</a:rPr>
              <a:t>TabPFN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was applied to a small subset (1,000 training / 500 validation) due to compute constraints.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On this subset, it produced higher RMSE and MAE and negative R², performing worse than </a:t>
            </a:r>
            <a:r>
              <a:rPr kumimoji="0" lang="en-US" altLang="en-US" sz="1800" i="0" u="none" strike="noStrike" cap="none" normalizeH="0" baseline="0" err="1">
                <a:ln>
                  <a:noFill/>
                </a:ln>
                <a:solidFill>
                  <a:schemeClr val="bg1"/>
                </a:solidFill>
                <a:effectLst/>
              </a:rPr>
              <a:t>XGBoost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and the composite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>
                <a:solidFill>
                  <a:schemeClr val="bg1"/>
                </a:solidFill>
              </a:rPr>
              <a:t>S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till captured some predictive signal, achieving moderate Gini values, despite </a:t>
            </a:r>
            <a:r>
              <a:rPr lang="en-US" altLang="en-US">
                <a:solidFill>
                  <a:schemeClr val="bg1"/>
                </a:solidFill>
              </a:rPr>
              <a:t>using less than 10% of the full data.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RMSE: 2504.53, MAE: 1156.35, R^2: -0.1021, Gini: 0.4625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60522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7D78A-8A54-87C8-6026-A61599867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5FE921-0A91-2F9C-CEAE-595BFDB9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019051" cy="645284"/>
          </a:xfrm>
        </p:spPr>
        <p:txBody>
          <a:bodyPr/>
          <a:lstStyle/>
          <a:p>
            <a:r>
              <a:rPr lang="en-US"/>
              <a:t>Model Selection: Composite Model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54C769B-46E3-2C1B-546B-B1E63AB94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698" y="2098094"/>
            <a:ext cx="50673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What It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A traditional actuarial modeling framework that separates claim frequency and claim severity.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Uses Poisson regression to model the claim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Uses Gamma regression (on positive losses) to model the claim severity.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Combines the two components to produce expected total loss = frequency × severity.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5894AD2-EDDE-B0B0-2FDA-03B67A348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862" y="2067316"/>
            <a:ext cx="506730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Why It’s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Mirrors the structure used in real insurance pricing, making results easy to justify to stakeholders.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Useful when modeling skewed, zero-inflated loss data where frequency and severity behave differently.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  <a:p>
            <a:r>
              <a:rPr lang="en-US" sz="1600" b="1">
                <a:solidFill>
                  <a:schemeClr val="bg1"/>
                </a:solidFill>
              </a:rPr>
              <a:t>Results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</a:rPr>
              <a:t>Achieved RMSE = 2341.77, MAE = 867.54, R² = 0.03, and Gini = 0.34.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bg1"/>
                </a:solidFill>
              </a:rPr>
              <a:t>Performed reasonably well, but both the base and tuned </a:t>
            </a:r>
            <a:r>
              <a:rPr lang="en-US" altLang="en-US" sz="1600" err="1">
                <a:solidFill>
                  <a:schemeClr val="bg1"/>
                </a:solidFill>
              </a:rPr>
              <a:t>XGBoost</a:t>
            </a:r>
            <a:r>
              <a:rPr lang="en-US" altLang="en-US" sz="1600">
                <a:solidFill>
                  <a:schemeClr val="bg1"/>
                </a:solidFill>
              </a:rPr>
              <a:t> models achieved lower RMSE/MAE and Gini values higher by ~0.2, showing significantly stronger ranking ability.</a:t>
            </a:r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7FD71-DE9F-B59D-C8AE-CFD7C93E6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3" y="4649895"/>
            <a:ext cx="5599529" cy="220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1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F9744-94F8-1405-2CBA-135231B5C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F9C9AB-AC86-8BD5-1776-68838FBD2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10019051" cy="645284"/>
          </a:xfrm>
        </p:spPr>
        <p:txBody>
          <a:bodyPr/>
          <a:lstStyle/>
          <a:p>
            <a:r>
              <a:rPr lang="en-US"/>
              <a:t>Model Selection: Comparison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50DBAE1-67FE-0ECA-81A4-ED5276CC37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696548"/>
              </p:ext>
            </p:extLst>
          </p:nvPr>
        </p:nvGraphicFramePr>
        <p:xfrm>
          <a:off x="1028699" y="1981361"/>
          <a:ext cx="7200901" cy="4649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3F8652-F714-FACD-C6CC-DBF263922AC6}"/>
              </a:ext>
            </a:extLst>
          </p:cNvPr>
          <p:cNvSpPr txBox="1"/>
          <p:nvPr/>
        </p:nvSpPr>
        <p:spPr>
          <a:xfrm>
            <a:off x="8469443" y="2551836"/>
            <a:ext cx="3417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Tuned </a:t>
            </a:r>
            <a:r>
              <a:rPr lang="en-US" err="1">
                <a:solidFill>
                  <a:schemeClr val="bg1"/>
                </a:solidFill>
              </a:rPr>
              <a:t>XGBoost</a:t>
            </a:r>
            <a:r>
              <a:rPr lang="en-US">
                <a:solidFill>
                  <a:schemeClr val="bg1"/>
                </a:solidFill>
              </a:rPr>
              <a:t> Tweedie Regression model is the best model for predictability.</a:t>
            </a:r>
          </a:p>
          <a:p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The Composite Model is the best for interpretability. </a:t>
            </a:r>
          </a:p>
        </p:txBody>
      </p:sp>
    </p:spTree>
    <p:extLst>
      <p:ext uri="{BB962C8B-B14F-4D97-AF65-F5344CB8AC3E}">
        <p14:creationId xmlns:p14="http://schemas.microsoft.com/office/powerpoint/2010/main" val="2022058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A003EA-8355-F9D6-A8C5-6CBDD2D84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124722" cy="631173"/>
          </a:xfrm>
        </p:spPr>
        <p:txBody>
          <a:bodyPr/>
          <a:lstStyle/>
          <a:p>
            <a:r>
              <a:rPr lang="en-US"/>
              <a:t>Model Performance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44433B-6009-6A98-3997-ABF241FC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70086"/>
              </p:ext>
            </p:extLst>
          </p:nvPr>
        </p:nvGraphicFramePr>
        <p:xfrm>
          <a:off x="6334507" y="2545480"/>
          <a:ext cx="4818915" cy="331345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04172">
                  <a:extLst>
                    <a:ext uri="{9D8B030D-6E8A-4147-A177-3AD203B41FA5}">
                      <a16:colId xmlns:a16="http://schemas.microsoft.com/office/drawing/2014/main" val="4276889229"/>
                    </a:ext>
                  </a:extLst>
                </a:gridCol>
                <a:gridCol w="935181">
                  <a:extLst>
                    <a:ext uri="{9D8B030D-6E8A-4147-A177-3AD203B41FA5}">
                      <a16:colId xmlns:a16="http://schemas.microsoft.com/office/drawing/2014/main" val="3924344487"/>
                    </a:ext>
                  </a:extLst>
                </a:gridCol>
                <a:gridCol w="877454">
                  <a:extLst>
                    <a:ext uri="{9D8B030D-6E8A-4147-A177-3AD203B41FA5}">
                      <a16:colId xmlns:a16="http://schemas.microsoft.com/office/drawing/2014/main" val="864703875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95035805"/>
                    </a:ext>
                  </a:extLst>
                </a:gridCol>
                <a:gridCol w="870836">
                  <a:extLst>
                    <a:ext uri="{9D8B030D-6E8A-4147-A177-3AD203B41FA5}">
                      <a16:colId xmlns:a16="http://schemas.microsoft.com/office/drawing/2014/main" val="791254610"/>
                    </a:ext>
                  </a:extLst>
                </a:gridCol>
              </a:tblGrid>
              <a:tr h="376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RMSE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MAE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R^2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Gini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3491264701"/>
                  </a:ext>
                </a:extLst>
              </a:tr>
              <a:tr h="853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Base XGBoost Tweedie</a:t>
                      </a:r>
                      <a:endParaRPr lang="en-US" sz="140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bg1"/>
                          </a:solidFill>
                          <a:effectLst/>
                          <a:latin typeface="Arial Nova"/>
                        </a:rPr>
                        <a:t>2336.32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695.18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0.0319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0.5656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3580060184"/>
                  </a:ext>
                </a:extLst>
              </a:tr>
              <a:tr h="853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Tuned XGBoost Tweedie</a:t>
                      </a:r>
                      <a:endParaRPr lang="en-US" sz="140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2327.12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746.63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0.0395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0.5631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2363892560"/>
                  </a:ext>
                </a:extLst>
              </a:tr>
              <a:tr h="376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TabPFN</a:t>
                      </a:r>
                      <a:endParaRPr lang="en-US" sz="140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2504.53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1156.35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-0.1021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0.4625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1625565002"/>
                  </a:ext>
                </a:extLst>
              </a:tr>
              <a:tr h="853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Composite Poisson-Gamma</a:t>
                      </a:r>
                      <a:endParaRPr lang="en-US" sz="1400" err="1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2341.77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867.54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0.0274</a:t>
                      </a:r>
                    </a:p>
                  </a:txBody>
                  <a:tcPr marL="57406" marR="57406" marT="28703" marB="287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</a:rPr>
                        <a:t>0.3423</a:t>
                      </a:r>
                    </a:p>
                  </a:txBody>
                  <a:tcPr marL="57406" marR="57406" marT="28703" marB="28703" anchor="ctr"/>
                </a:tc>
                <a:extLst>
                  <a:ext uri="{0D108BD9-81ED-4DB2-BD59-A6C34878D82A}">
                    <a16:rowId xmlns:a16="http://schemas.microsoft.com/office/drawing/2014/main" val="20038501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8753A53-CF81-FF96-271F-C48EF15F1B40}"/>
              </a:ext>
            </a:extLst>
          </p:cNvPr>
          <p:cNvSpPr txBox="1"/>
          <p:nvPr/>
        </p:nvSpPr>
        <p:spPr>
          <a:xfrm>
            <a:off x="1037296" y="2142746"/>
            <a:ext cx="4827777" cy="41960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ts val="1950"/>
              </a:lnSpc>
              <a:buFont typeface="Arial,Sans-Serif"/>
              <a:buChar char="•"/>
            </a:pPr>
            <a:r>
              <a:rPr lang="en-US" err="1">
                <a:solidFill>
                  <a:srgbClr val="000000"/>
                </a:solidFill>
                <a:ea typeface="Arial"/>
                <a:cs typeface="Arial"/>
              </a:rPr>
              <a:t>XGBoost</a:t>
            </a:r>
            <a:r>
              <a:rPr lang="en-US">
                <a:solidFill>
                  <a:srgbClr val="000000"/>
                </a:solidFill>
                <a:ea typeface="Arial"/>
                <a:cs typeface="Arial"/>
              </a:rPr>
              <a:t> Tweedie clearly dominates </a:t>
            </a:r>
            <a:r>
              <a:rPr lang="en-US" err="1">
                <a:solidFill>
                  <a:srgbClr val="000000"/>
                </a:solidFill>
                <a:ea typeface="Arial"/>
                <a:cs typeface="Arial"/>
              </a:rPr>
              <a:t>TabPFN</a:t>
            </a:r>
            <a:r>
              <a:rPr lang="en-US">
                <a:solidFill>
                  <a:srgbClr val="000000"/>
                </a:solidFill>
                <a:ea typeface="Arial"/>
                <a:cs typeface="Arial"/>
              </a:rPr>
              <a:t> and the composite model.</a:t>
            </a:r>
            <a:endParaRPr lang="en-US" baseline="0">
              <a:solidFill>
                <a:srgbClr val="000000"/>
              </a:solidFill>
              <a:ea typeface="Arial"/>
              <a:cs typeface="Arial"/>
            </a:endParaRPr>
          </a:p>
          <a:p>
            <a:pPr marL="800100" lvl="1" indent="-342900">
              <a:lnSpc>
                <a:spcPts val="1950"/>
              </a:lnSpc>
              <a:buFont typeface="Courier New"/>
              <a:buChar char="o"/>
            </a:pPr>
            <a:r>
              <a:rPr lang="en-US" sz="1600" err="1">
                <a:solidFill>
                  <a:srgbClr val="000000"/>
                </a:solidFill>
                <a:cs typeface="Arial"/>
              </a:rPr>
              <a:t>TabPFN</a:t>
            </a:r>
            <a:r>
              <a:rPr lang="en-US" sz="1600">
                <a:solidFill>
                  <a:srgbClr val="000000"/>
                </a:solidFill>
                <a:cs typeface="Arial"/>
              </a:rPr>
              <a:t> has the highest errors and even a negative R^2</a:t>
            </a:r>
          </a:p>
          <a:p>
            <a:pPr marL="800100" lvl="1" indent="-342900">
              <a:lnSpc>
                <a:spcPts val="1950"/>
              </a:lnSpc>
              <a:buFont typeface="Courier New"/>
              <a:buChar char="o"/>
            </a:pPr>
            <a:r>
              <a:rPr lang="en-US" sz="1600">
                <a:solidFill>
                  <a:srgbClr val="000000"/>
                </a:solidFill>
                <a:cs typeface="Arial"/>
              </a:rPr>
              <a:t>Composite Poisson-Gamma improves MAE but still lags in RMSE and Gini</a:t>
            </a:r>
          </a:p>
          <a:p>
            <a:pPr lvl="1">
              <a:lnSpc>
                <a:spcPts val="1950"/>
              </a:lnSpc>
            </a:pPr>
            <a:endParaRPr lang="en-US" sz="1600">
              <a:solidFill>
                <a:srgbClr val="000000"/>
              </a:solidFill>
              <a:cs typeface="Arial"/>
            </a:endParaRPr>
          </a:p>
          <a:p>
            <a:pPr marL="342900" indent="-342900">
              <a:lnSpc>
                <a:spcPts val="1950"/>
              </a:lnSpc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Base vs tune </a:t>
            </a:r>
            <a:r>
              <a:rPr lang="en-US" err="1">
                <a:solidFill>
                  <a:srgbClr val="000000"/>
                </a:solidFill>
                <a:cs typeface="Arial"/>
              </a:rPr>
              <a:t>XGBoost</a:t>
            </a:r>
            <a:r>
              <a:rPr lang="en-US">
                <a:solidFill>
                  <a:srgbClr val="000000"/>
                </a:solidFill>
                <a:cs typeface="Arial"/>
              </a:rPr>
              <a:t>: only incremental changes, but tuned has the best overall fit</a:t>
            </a:r>
          </a:p>
          <a:p>
            <a:pPr marL="800100" lvl="1" indent="-342900">
              <a:lnSpc>
                <a:spcPts val="1950"/>
              </a:lnSpc>
              <a:buFont typeface="Courier New"/>
              <a:buChar char="o"/>
            </a:pPr>
            <a:r>
              <a:rPr lang="en-US" sz="1600">
                <a:solidFill>
                  <a:srgbClr val="000000"/>
                </a:solidFill>
                <a:cs typeface="Arial"/>
              </a:rPr>
              <a:t>Tuning slightly reduces RMSE and improves R^2, with essentially the same Gini as the base model, showing the base model was already strong.</a:t>
            </a:r>
          </a:p>
          <a:p>
            <a:pPr lvl="1">
              <a:lnSpc>
                <a:spcPts val="1950"/>
              </a:lnSpc>
            </a:pPr>
            <a:endParaRPr lang="en-US" sz="1600">
              <a:solidFill>
                <a:srgbClr val="000000"/>
              </a:solidFill>
              <a:cs typeface="Arial"/>
            </a:endParaRPr>
          </a:p>
          <a:p>
            <a:pPr marL="342900" indent="-342900">
              <a:lnSpc>
                <a:spcPts val="1950"/>
              </a:lnSpc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Final choice for deployment: tuned </a:t>
            </a:r>
            <a:r>
              <a:rPr lang="en-US" err="1">
                <a:solidFill>
                  <a:srgbClr val="000000"/>
                </a:solidFill>
                <a:cs typeface="Arial"/>
              </a:rPr>
              <a:t>XGBoost</a:t>
            </a:r>
            <a:r>
              <a:rPr lang="en-US">
                <a:solidFill>
                  <a:srgbClr val="000000"/>
                </a:solidFill>
                <a:cs typeface="Arial"/>
              </a:rPr>
              <a:t> Tweedie</a:t>
            </a:r>
          </a:p>
        </p:txBody>
      </p:sp>
    </p:spTree>
    <p:extLst>
      <p:ext uri="{BB962C8B-B14F-4D97-AF65-F5344CB8AC3E}">
        <p14:creationId xmlns:p14="http://schemas.microsoft.com/office/powerpoint/2010/main" val="161769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26C8F2-1F67-121F-E16B-AA12BBA1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790" y="999068"/>
            <a:ext cx="8503228" cy="679920"/>
          </a:xfrm>
        </p:spPr>
        <p:txBody>
          <a:bodyPr/>
          <a:lstStyle/>
          <a:p>
            <a:r>
              <a:rPr lang="en-US"/>
              <a:t>Model Deployment:  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12F65-7137-33ED-3B07-7789A765AE9F}"/>
              </a:ext>
            </a:extLst>
          </p:cNvPr>
          <p:cNvSpPr txBox="1"/>
          <p:nvPr/>
        </p:nvSpPr>
        <p:spPr>
          <a:xfrm>
            <a:off x="1051790" y="2027309"/>
            <a:ext cx="9903870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Once the final model was selected, we operationalized it to generate predictions on the unseen inference dataset using the following workflow: </a:t>
            </a:r>
          </a:p>
          <a:p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Loaded the cleaned inference dataset and finalized modeling objects.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Applied consistent preprocessing steps to inference data.</a:t>
            </a:r>
            <a:endParaRPr lang="en-US" sz="2000" b="1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Loaded the trained tuned </a:t>
            </a:r>
            <a:r>
              <a:rPr lang="en-US" sz="2000" err="1">
                <a:solidFill>
                  <a:schemeClr val="bg1"/>
                </a:solidFill>
              </a:rPr>
              <a:t>XGboost</a:t>
            </a:r>
            <a:r>
              <a:rPr lang="en-US" sz="2000">
                <a:solidFill>
                  <a:schemeClr val="bg1"/>
                </a:solidFill>
              </a:rPr>
              <a:t> model.</a:t>
            </a: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Generated expected loss predictions at the policy level.</a:t>
            </a: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Assigning risk tiers based on modeled expected loss</a:t>
            </a: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Provided explanation </a:t>
            </a:r>
            <a:r>
              <a:rPr lang="en-US" sz="2000" err="1">
                <a:solidFill>
                  <a:schemeClr val="bg1"/>
                </a:solidFill>
              </a:rPr>
              <a:t>explanation</a:t>
            </a:r>
            <a:r>
              <a:rPr lang="en-US" sz="2000">
                <a:solidFill>
                  <a:schemeClr val="bg1"/>
                </a:solidFill>
              </a:rPr>
              <a:t> outputs for business users through top-reason summaries and SHAP </a:t>
            </a:r>
            <a:r>
              <a:rPr lang="en-US" err="1"/>
              <a:t>rA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90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A984FE-A60A-A62D-920A-82E4EE971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1002372" cy="703899"/>
          </a:xfrm>
        </p:spPr>
        <p:txBody>
          <a:bodyPr/>
          <a:lstStyle/>
          <a:p>
            <a:r>
              <a:rPr lang="en-US"/>
              <a:t>Model Deployment: SHAP &amp; Top Reasons </a:t>
            </a:r>
          </a:p>
        </p:txBody>
      </p:sp>
      <p:pic>
        <p:nvPicPr>
          <p:cNvPr id="4" name="Picture 3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6B48C39E-24B8-82B4-6145-80BF79CCC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821" y="1975012"/>
            <a:ext cx="3324507" cy="2182092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2294373-5071-337B-F712-61CFFEF6C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88" y="1984634"/>
            <a:ext cx="2103608" cy="21905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327DB-0C9B-75DB-D37C-19BA014C9A49}"/>
              </a:ext>
            </a:extLst>
          </p:cNvPr>
          <p:cNvSpPr txBox="1"/>
          <p:nvPr/>
        </p:nvSpPr>
        <p:spPr>
          <a:xfrm>
            <a:off x="1027488" y="4752852"/>
            <a:ext cx="10313345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2000">
                <a:solidFill>
                  <a:schemeClr val="bg1"/>
                </a:solidFill>
              </a:rPr>
              <a:t>SHAP identified global drivers of risk (credit, driving history, vehicle body)</a:t>
            </a:r>
            <a:endParaRPr lang="en-US">
              <a:solidFill>
                <a:schemeClr val="bg1"/>
              </a:solidFill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>
                <a:solidFill>
                  <a:schemeClr val="bg1"/>
                </a:solidFill>
              </a:rPr>
              <a:t>Waterfall plots show why an individual customer's risk is high or low (example: Quote 55) </a:t>
            </a:r>
          </a:p>
          <a:p>
            <a:pPr marL="342900" indent="-342900">
              <a:buFont typeface="Arial,Sans-Serif"/>
              <a:buChar char="•"/>
            </a:pPr>
            <a:r>
              <a:rPr lang="en-US" sz="2000">
                <a:solidFill>
                  <a:schemeClr val="bg1"/>
                </a:solidFill>
              </a:rPr>
              <a:t>Top Reasons confirm monotonic patterns (higher credit </a:t>
            </a:r>
            <a:r>
              <a:rPr lang="en-US" sz="2000">
                <a:solidFill>
                  <a:srgbClr val="202122"/>
                </a:solidFill>
                <a:ea typeface="+mn-lt"/>
                <a:cs typeface="+mn-lt"/>
              </a:rPr>
              <a:t>→</a:t>
            </a:r>
            <a:r>
              <a:rPr lang="en-US" sz="2000">
                <a:solidFill>
                  <a:schemeClr val="bg1"/>
                </a:solidFill>
              </a:rPr>
              <a:t> lower predicted loss</a:t>
            </a:r>
            <a:endParaRPr lang="en-US">
              <a:solidFill>
                <a:schemeClr val="bg1"/>
              </a:solidFill>
            </a:endParaRPr>
          </a:p>
          <a:p>
            <a:endParaRPr lang="en-US" sz="2000">
              <a:solidFill>
                <a:schemeClr val="bg1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54BADC-C73B-F81C-F9EA-65CC7F56E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863" y="1989038"/>
            <a:ext cx="3516057" cy="21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41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8FE05F-246E-D23C-099B-50E5404D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044" y="999068"/>
            <a:ext cx="10970399" cy="709227"/>
          </a:xfrm>
        </p:spPr>
        <p:txBody>
          <a:bodyPr/>
          <a:lstStyle/>
          <a:p>
            <a:r>
              <a:rPr lang="en-US"/>
              <a:t>Model Deployment: SHAP &amp; Top Reasons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C8BAC-1067-1406-B691-028F6AC9E8D9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 Nova"/>
                <a:ea typeface="Arial Nova"/>
                <a:cs typeface="Arial Nova"/>
              </a:rPr>
              <a:t>Model Performance Summary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CA605-0675-6B92-CFF2-84C0BF66CF85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 Nova"/>
                <a:ea typeface="Arial Nova"/>
                <a:cs typeface="Arial Nova"/>
              </a:rPr>
              <a:t>Model Performance Summary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6BF43-5904-6610-30E5-60890A0A3DA3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 Nova"/>
                <a:ea typeface="Arial Nova"/>
                <a:cs typeface="Arial Nova"/>
              </a:rPr>
              <a:t>Model Performance Summary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73A21-B7AE-A06E-ECEC-0A92F0C4E159}"/>
              </a:ext>
            </a:extLst>
          </p:cNvPr>
          <p:cNvSpPr txBox="1"/>
          <p:nvPr/>
        </p:nvSpPr>
        <p:spPr>
          <a:xfrm>
            <a:off x="1018044" y="2029956"/>
            <a:ext cx="10080513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000000"/>
                </a:solidFill>
              </a:rPr>
              <a:t>Business Results: Insights 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Risk is driven by vehicle + behavior more than demographics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</a:rPr>
              <a:t>The model shows higher risk for SUV's, high value, high- powered vehicles and worse driving history/ low credit scores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</a:rPr>
              <a:t>Hybrid engines, higher education, and some areas reduce risk. 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Example quote (ID 55) is slightly above average risk.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</a:rPr>
              <a:t>The waterfall plot shows this customer's SUV body, </a:t>
            </a:r>
            <a:r>
              <a:rPr lang="en-US" sz="2000" err="1">
                <a:solidFill>
                  <a:srgbClr val="000000"/>
                </a:solidFill>
              </a:rPr>
              <a:t>driving_history_score</a:t>
            </a:r>
            <a:r>
              <a:rPr lang="en-US" sz="2000">
                <a:solidFill>
                  <a:srgbClr val="000000"/>
                </a:solidFill>
              </a:rPr>
              <a:t>, </a:t>
            </a:r>
            <a:r>
              <a:rPr lang="en-US" sz="2000" err="1">
                <a:solidFill>
                  <a:srgbClr val="000000"/>
                </a:solidFill>
              </a:rPr>
              <a:t>credit_score</a:t>
            </a:r>
            <a:r>
              <a:rPr lang="en-US" sz="2000">
                <a:solidFill>
                  <a:srgbClr val="000000"/>
                </a:solidFill>
              </a:rPr>
              <a:t>, </a:t>
            </a:r>
            <a:r>
              <a:rPr lang="en-US" sz="2000" err="1">
                <a:solidFill>
                  <a:srgbClr val="000000"/>
                </a:solidFill>
              </a:rPr>
              <a:t>max_power</a:t>
            </a:r>
            <a:r>
              <a:rPr lang="en-US" sz="2000">
                <a:solidFill>
                  <a:srgbClr val="000000"/>
                </a:solidFill>
              </a:rPr>
              <a:t>, and </a:t>
            </a:r>
            <a:r>
              <a:rPr lang="en-US" sz="2000" err="1">
                <a:solidFill>
                  <a:srgbClr val="000000"/>
                </a:solidFill>
              </a:rPr>
              <a:t>veh_value</a:t>
            </a:r>
            <a:r>
              <a:rPr lang="en-US" sz="2000">
                <a:solidFill>
                  <a:srgbClr val="000000"/>
                </a:solidFill>
              </a:rPr>
              <a:t> push expected loss about 5% above the portfolio average. 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</a:rPr>
              <a:t>This is partly offset by living in a safer area, driving a hybrid, and having higher education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</a:rPr>
              <a:t>Recommendations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solidFill>
                  <a:srgbClr val="000000"/>
                </a:solidFill>
              </a:rPr>
              <a:t>Underwriters should prioritize reviewing quotes where modeled risk is elevated due to vehicle attributes, driving history, or credit indicators. Consider pricing surcharges or coverage modifications </a:t>
            </a:r>
          </a:p>
          <a:p>
            <a:pPr lvl="1"/>
            <a:r>
              <a:rPr lang="en-US" sz="2000">
                <a:solidFill>
                  <a:srgbClr val="000000"/>
                </a:solidFill>
              </a:rPr>
              <a:t> </a:t>
            </a: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rgbClr val="000000"/>
              </a:solidFill>
            </a:endParaRPr>
          </a:p>
          <a:p>
            <a:pPr marL="800100" lvl="1" indent="-342900">
              <a:buFont typeface="Courier New"/>
              <a:buChar char="o"/>
            </a:pPr>
            <a:endParaRPr lang="en-US" sz="2000">
              <a:solidFill>
                <a:srgbClr val="000000"/>
              </a:solidFill>
            </a:endParaRPr>
          </a:p>
          <a:p>
            <a:pPr marL="800100" lvl="1" indent="-342900">
              <a:buFont typeface="Courier New"/>
              <a:buChar char="o"/>
            </a:pPr>
            <a:endParaRPr lang="en-US" sz="200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US" sz="2000" b="1">
              <a:solidFill>
                <a:srgbClr val="000000"/>
              </a:solidFill>
            </a:endParaRPr>
          </a:p>
          <a:p>
            <a:endParaRPr lang="en-US" sz="20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020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1889A8-1C0E-FB80-8952-6B4DAAC9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Takeaways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0FCB1-789B-B1B6-B632-10134AEECA64}"/>
              </a:ext>
            </a:extLst>
          </p:cNvPr>
          <p:cNvSpPr txBox="1"/>
          <p:nvPr/>
        </p:nvSpPr>
        <p:spPr>
          <a:xfrm>
            <a:off x="1028434" y="2219392"/>
            <a:ext cx="9580951" cy="27605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Tuned </a:t>
            </a:r>
            <a:r>
              <a:rPr lang="en-US" err="1">
                <a:solidFill>
                  <a:srgbClr val="000000"/>
                </a:solidFill>
                <a:cs typeface="Arial"/>
              </a:rPr>
              <a:t>XGBoost</a:t>
            </a:r>
            <a:r>
              <a:rPr lang="en-US">
                <a:solidFill>
                  <a:srgbClr val="000000"/>
                </a:solidFill>
                <a:cs typeface="Arial"/>
              </a:rPr>
              <a:t> Tweedie is the best-performing model, showing the strongest ranking ability and lowest error metrics</a:t>
            </a:r>
          </a:p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endParaRPr lang="en-US">
              <a:solidFill>
                <a:srgbClr val="000000"/>
              </a:solidFill>
              <a:cs typeface="Arial"/>
            </a:endParaRPr>
          </a:p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Model is operationalized and explainable, producing policy-level predictions, risk tiers, and transparent explanations.</a:t>
            </a:r>
          </a:p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endParaRPr lang="en-US">
              <a:solidFill>
                <a:srgbClr val="000000"/>
              </a:solidFill>
              <a:cs typeface="Arial"/>
            </a:endParaRPr>
          </a:p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Risk is primarily driven by vehicle attributes and driving behavior, not demographics.</a:t>
            </a:r>
          </a:p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endParaRPr lang="en-US">
              <a:solidFill>
                <a:srgbClr val="000000"/>
              </a:solidFill>
              <a:cs typeface="Arial"/>
            </a:endParaRPr>
          </a:p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Underwriters can take action by focusing review or pricing adjustments on SUV's, high-powered vehicles, low credit scores, and poor driving histories.</a:t>
            </a:r>
          </a:p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endParaRPr lang="en-US">
              <a:solidFill>
                <a:srgbClr val="000000"/>
              </a:solidFill>
              <a:cs typeface="Arial"/>
            </a:endParaRPr>
          </a:p>
          <a:p>
            <a:pPr marL="342900" indent="-342900">
              <a:lnSpc>
                <a:spcPts val="1609"/>
              </a:lnSpc>
              <a:buFont typeface="Arial,Sans-Serif"/>
              <a:buChar char="•"/>
            </a:pPr>
            <a:r>
              <a:rPr lang="en-US">
                <a:solidFill>
                  <a:srgbClr val="000000"/>
                </a:solidFill>
                <a:cs typeface="Arial"/>
              </a:rPr>
              <a:t>Prototype is ready for next steps, such as calibration, integration into rating engines, and ongoing monitoring.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53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F1278C-33DF-1D2B-231D-9F9A47FE2E4E}"/>
              </a:ext>
            </a:extLst>
          </p:cNvPr>
          <p:cNvSpPr txBox="1"/>
          <p:nvPr/>
        </p:nvSpPr>
        <p:spPr>
          <a:xfrm>
            <a:off x="4596983" y="3044279"/>
            <a:ext cx="29980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0790636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A_Win32_MW_JS_SL_v2.potx" id="{F3EA0D10-81D8-413D-A4CA-F5D1D5CC8037}" vid="{9BA86A48-81B4-441C-9F07-EEAF91A8FC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wiss">
    <a:dk1>
      <a:srgbClr val="000000"/>
    </a:dk1>
    <a:lt1>
      <a:srgbClr val="FFFFFF"/>
    </a:lt1>
    <a:dk2>
      <a:srgbClr val="E4E4E4"/>
    </a:dk2>
    <a:lt2>
      <a:srgbClr val="7CA655"/>
    </a:lt2>
    <a:accent1>
      <a:srgbClr val="A9D4DB"/>
    </a:accent1>
    <a:accent2>
      <a:srgbClr val="FBE284"/>
    </a:accent2>
    <a:accent3>
      <a:srgbClr val="4495A2"/>
    </a:accent3>
    <a:accent4>
      <a:srgbClr val="AA5881"/>
    </a:accent4>
    <a:accent5>
      <a:srgbClr val="E06742"/>
    </a:accent5>
    <a:accent6>
      <a:srgbClr val="F9D448"/>
    </a:accent6>
    <a:hlink>
      <a:srgbClr val="4495A2"/>
    </a:hlink>
    <a:folHlink>
      <a:srgbClr val="AA588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84c267c-f555-4d2c-800b-2e3a14e7623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3A29BD96FB8E4287B9205CFB92F453" ma:contentTypeVersion="10" ma:contentTypeDescription="Create a new document." ma:contentTypeScope="" ma:versionID="47547d3e09d4f67e172cf6e921586974">
  <xsd:schema xmlns:xsd="http://www.w3.org/2001/XMLSchema" xmlns:xs="http://www.w3.org/2001/XMLSchema" xmlns:p="http://schemas.microsoft.com/office/2006/metadata/properties" xmlns:ns3="084c267c-f555-4d2c-800b-2e3a14e76231" targetNamespace="http://schemas.microsoft.com/office/2006/metadata/properties" ma:root="true" ma:fieldsID="60f66808b68004ffad9a3032ed7e1588" ns3:_="">
    <xsd:import namespace="084c267c-f555-4d2c-800b-2e3a14e7623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c267c-f555-4d2c-800b-2e3a14e762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4273A0-A4DF-47AA-BF1F-8758123399CE}">
  <ds:schemaRefs>
    <ds:schemaRef ds:uri="084c267c-f555-4d2c-800b-2e3a14e7623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A7E63B-4EFD-4A7E-BA8F-DE95D9CBAE48}">
  <ds:schemaRefs>
    <ds:schemaRef ds:uri="084c267c-f555-4d2c-800b-2e3a14e762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2F651C-E5DA-470F-A6A6-D70E9A5EBF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Theme1</vt:lpstr>
      <vt:lpstr>Datathon 2025</vt:lpstr>
      <vt:lpstr>Agenda</vt:lpstr>
      <vt:lpstr>Overview</vt:lpstr>
      <vt:lpstr>Data Extract, Transform, Load</vt:lpstr>
      <vt:lpstr>Data Exploration</vt:lpstr>
      <vt:lpstr>Data Exploration</vt:lpstr>
      <vt:lpstr>Data Exploration</vt:lpstr>
      <vt:lpstr>Data Exploration: Variable Reduction</vt:lpstr>
      <vt:lpstr>Data Exploration: Variable Reduction</vt:lpstr>
      <vt:lpstr>Model Selection: Overview</vt:lpstr>
      <vt:lpstr>Model Selection: Tree-Based Models</vt:lpstr>
      <vt:lpstr>Model Selection: Deep Learning/TabPFN</vt:lpstr>
      <vt:lpstr>Model Selection: Composite Model</vt:lpstr>
      <vt:lpstr>Model Selection: Comparison</vt:lpstr>
      <vt:lpstr>Model Performance Summary</vt:lpstr>
      <vt:lpstr>Model Deployment:   </vt:lpstr>
      <vt:lpstr>Model Deployment: SHAP &amp; Top Reasons </vt:lpstr>
      <vt:lpstr>Model Deployment: SHAP &amp; Top Reasons</vt:lpstr>
      <vt:lpstr>Final Takeaways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Day</dc:creator>
  <cp:revision>1</cp:revision>
  <dcterms:created xsi:type="dcterms:W3CDTF">2025-11-16T00:05:35Z</dcterms:created>
  <dcterms:modified xsi:type="dcterms:W3CDTF">2025-11-16T07:06:30Z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0x010100A23A29BD96FB8E4287B9205CFB92F453</vt:lpwstr>
  </property>
</Properties>
</file>